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65" r:id="rId2"/>
    <p:sldId id="259" r:id="rId3"/>
    <p:sldId id="272" r:id="rId4"/>
    <p:sldId id="258" r:id="rId5"/>
    <p:sldId id="260" r:id="rId6"/>
    <p:sldId id="261" r:id="rId7"/>
    <p:sldId id="262" r:id="rId8"/>
    <p:sldId id="267" r:id="rId9"/>
    <p:sldId id="266" r:id="rId10"/>
    <p:sldId id="263" r:id="rId11"/>
    <p:sldId id="268" r:id="rId12"/>
    <p:sldId id="269" r:id="rId13"/>
    <p:sldId id="270" r:id="rId14"/>
    <p:sldId id="271" r:id="rId15"/>
    <p:sldId id="264" r:id="rId16"/>
  </p:sldIdLst>
  <p:sldSz cx="12192000" cy="6858000"/>
  <p:notesSz cx="6858000" cy="9144000"/>
  <p:embeddedFontLst>
    <p:embeddedFont>
      <p:font typeface="Pretendard" panose="02000503000000020004" pitchFamily="2" charset="-127"/>
      <p:regular r:id="rId18"/>
      <p:bold r:id="rId19"/>
    </p:embeddedFont>
    <p:embeddedFont>
      <p:font typeface="나눔고딕" panose="020D0604000000000000" pitchFamily="50" charset="-127"/>
      <p:regular r:id="rId20"/>
      <p:bold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페이퍼로지 4 Regular" pitchFamily="2" charset="-127"/>
      <p:regular r:id="rId24"/>
    </p:embeddedFont>
    <p:embeddedFont>
      <p:font typeface="페이퍼로지 6 SemiBold" pitchFamily="2" charset="-127"/>
      <p:bold r:id="rId25"/>
    </p:embeddedFont>
    <p:embeddedFont>
      <p:font typeface="페이퍼로지 7 Bold" pitchFamily="2" charset="-127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A6B"/>
    <a:srgbClr val="32A3D4"/>
    <a:srgbClr val="4E95D9"/>
    <a:srgbClr val="42B7D2"/>
    <a:srgbClr val="1E64C8"/>
    <a:srgbClr val="2232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9" autoAdjust="0"/>
    <p:restoredTop sz="94599" autoAdjust="0"/>
  </p:normalViewPr>
  <p:slideViewPr>
    <p:cSldViewPr snapToGrid="0">
      <p:cViewPr varScale="1">
        <p:scale>
          <a:sx n="83" d="100"/>
          <a:sy n="83" d="100"/>
        </p:scale>
        <p:origin x="43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1D6F5-3EFA-474C-BD58-24628CEA5822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C4FC9-E99C-4E75-AF59-A3B43C43B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36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C4FC9-E99C-4E75-AF59-A3B43C43B3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03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C4FC9-E99C-4E75-AF59-A3B43C43B3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69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C4FC9-E99C-4E75-AF59-A3B43C43B3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376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C4FC9-E99C-4E75-AF59-A3B43C43B3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660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C4FC9-E99C-4E75-AF59-A3B43C43B3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366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C4FC9-E99C-4E75-AF59-A3B43C43B3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68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C4FC9-E99C-4E75-AF59-A3B43C43B3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350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C4FC9-E99C-4E75-AF59-A3B43C43B3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271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84850-EC13-C2F9-4D80-2939D33F1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E1A9B6-F113-3573-422E-0B5779151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BD9A48-1649-8A38-6894-5AA35999C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521CBE-8441-6948-DB6D-4A3A57D0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3A1C1A-BD20-29DD-16D3-218779A2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730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blipFill dpi="0" rotWithShape="1">
          <a:blip r:embed="rId2">
            <a:alphaModFix amt="7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E92D9F-FCE8-7D5F-253C-87CF2C6E8F50}"/>
              </a:ext>
            </a:extLst>
          </p:cNvPr>
          <p:cNvSpPr/>
          <p:nvPr userDrawn="1"/>
        </p:nvSpPr>
        <p:spPr>
          <a:xfrm>
            <a:off x="0" y="0"/>
            <a:ext cx="12188414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E28772-EB25-B32E-D741-F0D7CA117558}"/>
              </a:ext>
            </a:extLst>
          </p:cNvPr>
          <p:cNvCxnSpPr>
            <a:cxnSpLocks/>
          </p:cNvCxnSpPr>
          <p:nvPr userDrawn="1"/>
        </p:nvCxnSpPr>
        <p:spPr>
          <a:xfrm>
            <a:off x="170822" y="181647"/>
            <a:ext cx="12017592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D458A7-ACCF-7356-A6ED-34620DD590F7}"/>
              </a:ext>
            </a:extLst>
          </p:cNvPr>
          <p:cNvSpPr/>
          <p:nvPr userDrawn="1"/>
        </p:nvSpPr>
        <p:spPr>
          <a:xfrm>
            <a:off x="0" y="0"/>
            <a:ext cx="180975" cy="1087378"/>
          </a:xfrm>
          <a:prstGeom prst="rect">
            <a:avLst/>
          </a:prstGeom>
          <a:solidFill>
            <a:srgbClr val="1C2A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6E9E30B-03B1-BA5F-9BFD-7E98615E1C16}"/>
              </a:ext>
            </a:extLst>
          </p:cNvPr>
          <p:cNvCxnSpPr>
            <a:cxnSpLocks/>
          </p:cNvCxnSpPr>
          <p:nvPr userDrawn="1"/>
        </p:nvCxnSpPr>
        <p:spPr>
          <a:xfrm>
            <a:off x="0" y="181647"/>
            <a:ext cx="17082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B05CDBE1-3C63-A510-EFE9-EB9677DBD646}"/>
              </a:ext>
            </a:extLst>
          </p:cNvPr>
          <p:cNvSpPr txBox="1">
            <a:spLocks/>
          </p:cNvSpPr>
          <p:nvPr userDrawn="1"/>
        </p:nvSpPr>
        <p:spPr>
          <a:xfrm>
            <a:off x="9172575" y="634682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400" rtl="0" eaLnBrk="1" latinLnBrk="1" hangingPunct="1"/>
            <a:r>
              <a:rPr lang="en-US" altLang="ko-KR" sz="1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  </a:t>
            </a:r>
            <a:fld id="{FF2CA6C1-1DA5-4047-B22A-D20695310B59}" type="slidenum">
              <a:rPr lang="ko-KR" altLang="en-US" sz="1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174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4C03F-48FC-F65A-DE18-51B012918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44CA17-9285-271B-89AE-97FD8EC56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69B66-7C5A-6953-4306-4CF975F1E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F738FE-2C5A-6C57-7DA2-7E2ED6DD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F92E19-0F42-6DB3-16D0-FF5E4FF0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03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40CE0-E587-686A-B5D4-0E98641C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0B0BC-67F8-B9DF-832D-20B04EDEE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BB618B-402D-F794-8541-7B0657B30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37A5EB-4109-CB65-C2F3-0FA6881A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5A51DF-D8E1-832D-7958-BA79449E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2B60F2-B534-6377-205A-160E1BAA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97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C0919-A9D1-EFE2-787F-03CC2DB6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3AF1EA-7470-BEC0-B283-2DDEDB8ED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A53712-4220-BE45-4A40-DEF09AC4D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299FC0-68D2-A083-970D-296EB27E3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C23F21-32A2-CCE2-7532-55DE933939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D38A07-867D-63FC-9CC4-5D6037772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DF4F47-EEAD-4E0B-D4D7-2A7444FE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517263-8C9A-612C-19DC-EFAEB183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24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EFD06-051D-F9CB-B993-796B9D29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76FC01-296F-1553-1D5B-80308CB0D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DE9F3-6F7E-D6AA-1442-C454A82E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A14D9-27BF-7505-5745-24DDAE2F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36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71797D-E560-3349-E9C1-8A19D0F1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A6D554-CE48-6EF5-56A3-431CB19A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A0330F-0B3E-CB87-35D6-08E7B441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85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403D4-3033-9150-7103-E8E6E778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1B015-AE21-8799-FA3D-3D8135CCE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334CA1-FA46-8F1E-A30E-EAF58A0F8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1C0D4D-8F43-5A46-8DE6-F7DE6772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B9D3AA-2B66-7C0E-6150-055AA0D6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EC3005-37CD-1177-D163-B6E2EF15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43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2D632-7604-1B48-A08D-7B37598F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482CC4-789C-1BD2-2360-C723A0212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0CD00B-407A-A70B-307D-CBFAA7C7A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8CF602-CE4A-70CA-FB7A-7BAEE482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090CE5-3BDC-F6CD-2FB0-A2FBA2645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67798-F47B-92AB-A70B-20CBA636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0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5DCAD-D9E6-4B3A-429B-4B70DAB4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665818-8ADB-7046-52A5-DACF7398D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0C042A-AB42-5586-D7C5-B4759D86D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A9405-D4FB-09DA-5B09-440C7A1C4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C3998-FB92-8166-84C8-723E7BC8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412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33C662-E63C-7A99-1B47-16BA47595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34F9E1-4009-87CD-20F5-DC2C1555E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6E95F8-05A7-8396-F6DF-C46A224DF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E37B2A-3331-47AC-3272-89573C7F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879CFB-FA68-25FA-8FB3-7623FB70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5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205102-6CEF-BCF3-07F6-E0C59D34B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923EB-1A9B-CEE1-CC55-E35288D01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F7EBFD-BEBD-09E5-530A-44476A123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B8F82-556A-4E5C-BB93-A8AA4DFC643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65EA3D-673B-52B2-BB96-B66D9A65D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6405-F46C-74B1-5545-418B424AA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CA6C1-1DA5-4047-B22A-D20695310B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80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kskorea.co.kr/" TargetMode="External"/><Relationship Id="rId4" Type="http://schemas.openxmlformats.org/officeDocument/2006/relationships/hyperlink" Target="https://smartstore.naver.com/kangjubang%20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microsoft.com/office/2007/relationships/hdphoto" Target="../media/hdphoto2.wdp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5" Type="http://schemas.openxmlformats.org/officeDocument/2006/relationships/image" Target="../media/image5.jp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g"/><Relationship Id="rId5" Type="http://schemas.openxmlformats.org/officeDocument/2006/relationships/image" Target="../media/image58.jpg"/><Relationship Id="rId4" Type="http://schemas.openxmlformats.org/officeDocument/2006/relationships/image" Target="../media/image57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8A2A9-8294-A9A9-4AD7-2EAEE636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F2BBEC-0AD2-6870-6DA3-274EA1F56311}"/>
              </a:ext>
            </a:extLst>
          </p:cNvPr>
          <p:cNvSpPr txBox="1"/>
          <p:nvPr/>
        </p:nvSpPr>
        <p:spPr>
          <a:xfrm>
            <a:off x="856128" y="2611165"/>
            <a:ext cx="2725426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4500" dirty="0" err="1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4500" dirty="0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 </a:t>
            </a:r>
            <a:endParaRPr lang="en-US" altLang="ko-KR" sz="4500" dirty="0">
              <a:solidFill>
                <a:srgbClr val="1C2A6B"/>
              </a:solidFill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  <a:p>
            <a:pPr fontAlgn="base"/>
            <a:r>
              <a:rPr lang="ko-KR" altLang="en-US" sz="4500" dirty="0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회사소개서</a:t>
            </a:r>
            <a:endParaRPr lang="en-US" altLang="ko-KR" sz="4500" dirty="0">
              <a:solidFill>
                <a:srgbClr val="1C2A6B"/>
              </a:solidFill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35B0B1C-C693-1C90-ED6E-0BB7741A2407}"/>
              </a:ext>
            </a:extLst>
          </p:cNvPr>
          <p:cNvCxnSpPr>
            <a:cxnSpLocks/>
          </p:cNvCxnSpPr>
          <p:nvPr/>
        </p:nvCxnSpPr>
        <p:spPr>
          <a:xfrm>
            <a:off x="934720" y="4380182"/>
            <a:ext cx="283464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1F59AFD-43CF-5314-FFB3-A520B1817C13}"/>
              </a:ext>
            </a:extLst>
          </p:cNvPr>
          <p:cNvSpPr txBox="1"/>
          <p:nvPr/>
        </p:nvSpPr>
        <p:spPr>
          <a:xfrm>
            <a:off x="904240" y="445711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고객의 니즈를 정확히 이해하고, 빠르게 실행하는 </a:t>
            </a:r>
          </a:p>
          <a:p>
            <a:r>
              <a:rPr lang="ko-KR" altLang="en-US" sz="1200" b="1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페이퍼로지 7 Bold" pitchFamily="2" charset="-127"/>
                <a:ea typeface="페이퍼로지 7 Bold" pitchFamily="2" charset="-127"/>
                <a:cs typeface="Calibri" panose="020F0502020204030204" pitchFamily="34" charset="0"/>
              </a:rPr>
              <a:t>강주방</a:t>
            </a:r>
            <a:endParaRPr lang="ko-KR" altLang="en-US" sz="1200" b="1" spc="-50" dirty="0">
              <a:solidFill>
                <a:schemeClr val="tx1">
                  <a:lumMod val="85000"/>
                  <a:lumOff val="15000"/>
                </a:schemeClr>
              </a:solidFill>
              <a:latin typeface="페이퍼로지 7 Bold" pitchFamily="2" charset="-127"/>
              <a:ea typeface="페이퍼로지 7 Bold" pitchFamily="2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805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E4FBE237-E8F5-44E0-988D-40F04DD8C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23BCB7-9F41-4B91-367B-E40EBFE8D15F}"/>
              </a:ext>
            </a:extLst>
          </p:cNvPr>
          <p:cNvSpPr txBox="1"/>
          <p:nvPr/>
        </p:nvSpPr>
        <p:spPr>
          <a:xfrm>
            <a:off x="943328" y="1729336"/>
            <a:ext cx="2028119" cy="25426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01.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회사소개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  <a:p>
            <a:pPr indent="390525" algn="just" fontAlgn="base" latinLnBrk="1">
              <a:lnSpc>
                <a:spcPct val="160000"/>
              </a:lnSpc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인사말</a:t>
            </a:r>
            <a:endParaRPr lang="en-US" altLang="ko-KR" sz="1200" spc="-5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indent="390525" algn="just" fontAlgn="base" latinLnBrk="1">
              <a:lnSpc>
                <a:spcPct val="160000"/>
              </a:lnSpc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회사개요</a:t>
            </a:r>
            <a:endParaRPr lang="en-US" altLang="ko-KR" sz="1200" spc="-5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R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5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02.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사업영역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  <a:p>
            <a:pPr marR="0" indent="390525" algn="just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업소용주방제품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도</a:t>
            </a: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소매</a:t>
            </a:r>
            <a:endParaRPr lang="en-US" altLang="ko-KR" sz="1200" spc="-5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R="0" indent="390525" algn="just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제조</a:t>
            </a: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/OEM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생산</a:t>
            </a:r>
          </a:p>
          <a:p>
            <a:pPr indent="390525" algn="just" fontAlgn="base">
              <a:lnSpc>
                <a:spcPct val="160000"/>
              </a:lnSpc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해외 수출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D2178-E0A5-2345-60DF-E2AE7A4EA8BD}"/>
              </a:ext>
            </a:extLst>
          </p:cNvPr>
          <p:cNvSpPr txBox="1"/>
          <p:nvPr/>
        </p:nvSpPr>
        <p:spPr>
          <a:xfrm>
            <a:off x="4125938" y="1729336"/>
            <a:ext cx="3244799" cy="2810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03. </a:t>
            </a:r>
            <a:r>
              <a:rPr lang="ko-KR" altLang="en-US" dirty="0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만의 경쟁력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  <a:p>
            <a:pPr marR="0" indent="390525" algn="just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전국 대표 브랜드의 제조사 공장 총판</a:t>
            </a:r>
            <a:endParaRPr lang="en-US" altLang="ko-KR" sz="1200" spc="-5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R="0" indent="390525" algn="just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- 10</a:t>
            </a:r>
            <a:r>
              <a:rPr lang="ko-KR" altLang="en-US" sz="12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만여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곳 전국 최다 납품 실적 보유</a:t>
            </a:r>
          </a:p>
          <a:p>
            <a:pPr marR="0" indent="390525" algn="just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맞춤형 </a:t>
            </a: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주방 동선 컨설팅</a:t>
            </a:r>
            <a:endParaRPr lang="en-US" altLang="ko-KR" sz="1200" spc="-5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R="0" indent="390525" algn="just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프랜차이즈 오픈채팅방 운영</a:t>
            </a:r>
            <a:endParaRPr lang="en-US" altLang="ko-KR" sz="1200" spc="-5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R="0" indent="390525" algn="just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전국 설치 </a:t>
            </a: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 A/S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</a:t>
            </a:r>
            <a:endParaRPr lang="en-US" altLang="ko-KR" sz="1200" spc="-5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R="0" indent="390525" algn="just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네이버카페 </a:t>
            </a: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아프니까 사장이다</a:t>
            </a: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년째 입점 중</a:t>
            </a:r>
          </a:p>
          <a:p>
            <a:pPr marL="171450" indent="-171450" algn="just" fontAlgn="base" latinLnBrk="1">
              <a:lnSpc>
                <a:spcPct val="160000"/>
              </a:lnSpc>
              <a:buFontTx/>
              <a:buChar char="-"/>
            </a:pPr>
            <a:endParaRPr lang="en-US" altLang="ko-KR" sz="5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04. </a:t>
            </a:r>
            <a:r>
              <a:rPr lang="ko-KR" altLang="en-US" dirty="0" err="1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 납품실적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8577A-A1D0-6A7B-118F-74CAAEC677E8}"/>
              </a:ext>
            </a:extLst>
          </p:cNvPr>
          <p:cNvSpPr txBox="1"/>
          <p:nvPr/>
        </p:nvSpPr>
        <p:spPr>
          <a:xfrm>
            <a:off x="472588" y="819830"/>
            <a:ext cx="23788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3600" dirty="0">
                <a:solidFill>
                  <a:srgbClr val="32A3D4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C</a:t>
            </a:r>
            <a:r>
              <a:rPr lang="en-US" altLang="ko-KR" sz="36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ontents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3A2B064-FB9A-1F58-A2E4-5623905BFBF4}"/>
              </a:ext>
            </a:extLst>
          </p:cNvPr>
          <p:cNvGrpSpPr/>
          <p:nvPr/>
        </p:nvGrpSpPr>
        <p:grpSpPr>
          <a:xfrm>
            <a:off x="657225" y="1866900"/>
            <a:ext cx="3362325" cy="2686050"/>
            <a:chOff x="657225" y="1905000"/>
            <a:chExt cx="3362325" cy="2505075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044693D-6A30-B163-9AE8-E9081F4D37AA}"/>
                </a:ext>
              </a:extLst>
            </p:cNvPr>
            <p:cNvCxnSpPr>
              <a:cxnSpLocks/>
            </p:cNvCxnSpPr>
            <p:nvPr/>
          </p:nvCxnSpPr>
          <p:spPr>
            <a:xfrm>
              <a:off x="657225" y="1905000"/>
              <a:ext cx="0" cy="2505075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0981B91-0A88-C616-B56A-BFD17B586205}"/>
                </a:ext>
              </a:extLst>
            </p:cNvPr>
            <p:cNvCxnSpPr>
              <a:cxnSpLocks/>
            </p:cNvCxnSpPr>
            <p:nvPr/>
          </p:nvCxnSpPr>
          <p:spPr>
            <a:xfrm>
              <a:off x="4019550" y="1905000"/>
              <a:ext cx="0" cy="2505075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7039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EE63917B-4794-F490-EF62-F4ED09FA79E7}"/>
              </a:ext>
            </a:extLst>
          </p:cNvPr>
          <p:cNvSpPr/>
          <p:nvPr/>
        </p:nvSpPr>
        <p:spPr>
          <a:xfrm>
            <a:off x="0" y="3754419"/>
            <a:ext cx="3517900" cy="3103581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5DBF83-A2BA-8C8A-FDE0-D20F9330CD73}"/>
              </a:ext>
            </a:extLst>
          </p:cNvPr>
          <p:cNvSpPr txBox="1"/>
          <p:nvPr/>
        </p:nvSpPr>
        <p:spPr>
          <a:xfrm>
            <a:off x="6220560" y="5227937"/>
            <a:ext cx="48763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800" i="1" dirty="0">
                <a:solidFill>
                  <a:schemeClr val="tx1">
                    <a:alpha val="10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1E472-F6A1-1AF1-8980-D92D50D6F982}"/>
              </a:ext>
            </a:extLst>
          </p:cNvPr>
          <p:cNvSpPr txBox="1"/>
          <p:nvPr/>
        </p:nvSpPr>
        <p:spPr>
          <a:xfrm>
            <a:off x="3085369" y="1875734"/>
            <a:ext cx="8706581" cy="1586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30000"/>
              </a:lnSpc>
            </a:pP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안녕하세요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base" latinLnBrk="1">
              <a:lnSpc>
                <a:spcPct val="130000"/>
              </a:lnSpc>
            </a:pPr>
            <a:r>
              <a:rPr lang="ko-KR" altLang="en-US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</a:t>
            </a:r>
            <a:r>
              <a:rPr lang="ko-KR" altLang="en-US" sz="1400" spc="-5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식당 및 프랜차이즈 전문 업소용 주방기업입니다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base" latinLnBrk="1">
              <a:lnSpc>
                <a:spcPct val="130000"/>
              </a:lnSpc>
            </a:pPr>
            <a:endParaRPr lang="en-US" altLang="ko-KR" sz="600" spc="-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fontAlgn="base" latinLnBrk="1">
              <a:lnSpc>
                <a:spcPct val="130000"/>
              </a:lnSpc>
            </a:pP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전국 주요 대표브랜드 제조사공장과의 직거래를 기반으로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검증된 품질의 주방기기를 합리적인 가격에 제공</a:t>
            </a: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합니다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base" latinLnBrk="1">
              <a:lnSpc>
                <a:spcPct val="130000"/>
              </a:lnSpc>
            </a:pPr>
            <a:r>
              <a:rPr lang="en-US" altLang="ko-KR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</a:t>
            </a:r>
            <a:r>
              <a:rPr lang="ko-KR" altLang="en-US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업력</a:t>
            </a:r>
            <a:r>
              <a:rPr lang="en-US" altLang="ko-KR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10</a:t>
            </a:r>
            <a:r>
              <a:rPr lang="ko-KR" altLang="en-US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곳 이상 납품 실적</a:t>
            </a:r>
            <a:r>
              <a:rPr lang="en-US" altLang="ko-KR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</a:t>
            </a:r>
            <a:r>
              <a:rPr lang="ko-KR" altLang="en-US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경력 전문 엔지니어의 직접 설치</a:t>
            </a: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통해 </a:t>
            </a:r>
            <a:endParaRPr lang="en-US" altLang="ko-KR" sz="1400" spc="-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fontAlgn="base" latinLnBrk="1">
              <a:lnSpc>
                <a:spcPct val="130000"/>
              </a:lnSpc>
            </a:pP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믿을 수 있는 품질과 빠른 대응력을 갖춘 실력 있는 파트너로 자리잡고 있습니다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8D2A4-3802-D420-44FD-FEFACDC85A48}"/>
              </a:ext>
            </a:extLst>
          </p:cNvPr>
          <p:cNvSpPr txBox="1"/>
          <p:nvPr/>
        </p:nvSpPr>
        <p:spPr>
          <a:xfrm>
            <a:off x="1272688" y="467405"/>
            <a:ext cx="14478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회사소개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92DCF-DA9B-7CB3-9A5F-B059E9D6E081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5CBAAB-38D0-FED3-A9CF-38FE6249DAEA}"/>
              </a:ext>
            </a:extLst>
          </p:cNvPr>
          <p:cNvSpPr txBox="1"/>
          <p:nvPr/>
        </p:nvSpPr>
        <p:spPr>
          <a:xfrm>
            <a:off x="2715360" y="1728175"/>
            <a:ext cx="50687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800" i="1" dirty="0">
                <a:solidFill>
                  <a:schemeClr val="tx1">
                    <a:alpha val="10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A2D10D-10CE-1E40-782B-E257AADA16C9}"/>
              </a:ext>
            </a:extLst>
          </p:cNvPr>
          <p:cNvSpPr/>
          <p:nvPr/>
        </p:nvSpPr>
        <p:spPr>
          <a:xfrm>
            <a:off x="497497" y="1500040"/>
            <a:ext cx="2217127" cy="469339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3AB676-26E6-9F7F-37DF-0D518AE9298D}"/>
              </a:ext>
            </a:extLst>
          </p:cNvPr>
          <p:cNvSpPr txBox="1"/>
          <p:nvPr/>
        </p:nvSpPr>
        <p:spPr>
          <a:xfrm>
            <a:off x="3085369" y="4229469"/>
            <a:ext cx="3869970" cy="1306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 latinLnBrk="1">
              <a:lnSpc>
                <a:spcPct val="130000"/>
              </a:lnSpc>
            </a:pP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또한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매장 구조와 업종에 맞춘 </a:t>
            </a:r>
            <a:r>
              <a:rPr lang="en-US" altLang="ko-KR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</a:t>
            </a:r>
            <a:r>
              <a:rPr lang="ko-KR" altLang="en-US" sz="1400" b="1" spc="-50" dirty="0"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주방 동선 컨설팅</a:t>
            </a: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</a:p>
          <a:p>
            <a:pPr fontAlgn="base" latinLnBrk="1">
              <a:lnSpc>
                <a:spcPct val="130000"/>
              </a:lnSpc>
            </a:pP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 효율과 운영 효율까지 함께 설계합니다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base" latinLnBrk="1">
              <a:lnSpc>
                <a:spcPct val="130000"/>
              </a:lnSpc>
            </a:pPr>
            <a:endParaRPr lang="en-US" altLang="ko-KR" sz="600" spc="-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fontAlgn="base" latinLnBrk="1">
              <a:lnSpc>
                <a:spcPct val="130000"/>
              </a:lnSpc>
            </a:pP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속도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전문성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base" latinLnBrk="1">
              <a:lnSpc>
                <a:spcPct val="130000"/>
              </a:lnSpc>
            </a:pP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프랜차이즈의 든든한 파트너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1400" spc="-50" dirty="0">
                <a:latin typeface="나눔고딕" panose="020D0604000000000000" pitchFamily="50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sz="1400" spc="-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ADC941E-6B57-913C-3430-0B4A094D9C61}"/>
              </a:ext>
            </a:extLst>
          </p:cNvPr>
          <p:cNvCxnSpPr>
            <a:cxnSpLocks/>
          </p:cNvCxnSpPr>
          <p:nvPr/>
        </p:nvCxnSpPr>
        <p:spPr>
          <a:xfrm>
            <a:off x="2324100" y="3871547"/>
            <a:ext cx="986431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F076F0-86F7-6637-39F4-B55CB91FBC54}"/>
              </a:ext>
            </a:extLst>
          </p:cNvPr>
          <p:cNvSpPr/>
          <p:nvPr/>
        </p:nvSpPr>
        <p:spPr>
          <a:xfrm rot="5400000">
            <a:off x="10371883" y="2092023"/>
            <a:ext cx="45719" cy="3604771"/>
          </a:xfrm>
          <a:prstGeom prst="rect">
            <a:avLst/>
          </a:prstGeom>
          <a:solidFill>
            <a:srgbClr val="1C2A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0C2B443-3855-3D59-C413-8B5327F50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58" y="3915998"/>
            <a:ext cx="3596055" cy="202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07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 descr="하늘, 건물, 상업용 건물, 건축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12C0901-A6EE-D7A8-D2BB-04414B0E8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74" y="283"/>
            <a:ext cx="8810625" cy="685743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6084E7-DA47-1920-157D-E178B9E81E30}"/>
              </a:ext>
            </a:extLst>
          </p:cNvPr>
          <p:cNvSpPr/>
          <p:nvPr/>
        </p:nvSpPr>
        <p:spPr>
          <a:xfrm>
            <a:off x="830606" y="1817140"/>
            <a:ext cx="6035013" cy="4306351"/>
          </a:xfrm>
          <a:prstGeom prst="rect">
            <a:avLst/>
          </a:prstGeom>
          <a:solidFill>
            <a:schemeClr val="tx1">
              <a:alpha val="8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D4063-BE47-F2C4-32F0-AD6B7AAD207A}"/>
              </a:ext>
            </a:extLst>
          </p:cNvPr>
          <p:cNvSpPr txBox="1"/>
          <p:nvPr/>
        </p:nvSpPr>
        <p:spPr>
          <a:xfrm>
            <a:off x="1272688" y="467405"/>
            <a:ext cx="14478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회사소개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A07AF-403B-58DB-6272-96693BC1481E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1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63B5BC0-976C-1462-B5CF-1FFFEB75526B}"/>
              </a:ext>
            </a:extLst>
          </p:cNvPr>
          <p:cNvCxnSpPr>
            <a:cxnSpLocks/>
          </p:cNvCxnSpPr>
          <p:nvPr/>
        </p:nvCxnSpPr>
        <p:spPr>
          <a:xfrm>
            <a:off x="170822" y="181647"/>
            <a:ext cx="12017592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EFE013-1D89-747D-EAEC-4172F63C13D6}"/>
              </a:ext>
            </a:extLst>
          </p:cNvPr>
          <p:cNvSpPr/>
          <p:nvPr/>
        </p:nvSpPr>
        <p:spPr>
          <a:xfrm>
            <a:off x="0" y="0"/>
            <a:ext cx="180975" cy="1087378"/>
          </a:xfrm>
          <a:prstGeom prst="rect">
            <a:avLst/>
          </a:prstGeom>
          <a:solidFill>
            <a:srgbClr val="1C2A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53A000-7F06-A577-0F50-60AC506417AD}"/>
              </a:ext>
            </a:extLst>
          </p:cNvPr>
          <p:cNvCxnSpPr>
            <a:cxnSpLocks/>
          </p:cNvCxnSpPr>
          <p:nvPr/>
        </p:nvCxnSpPr>
        <p:spPr>
          <a:xfrm>
            <a:off x="0" y="181647"/>
            <a:ext cx="17082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B3D5B746-2A22-0B22-7DA2-67C04736AC4B}"/>
              </a:ext>
            </a:extLst>
          </p:cNvPr>
          <p:cNvSpPr txBox="1">
            <a:spLocks/>
          </p:cNvSpPr>
          <p:nvPr/>
        </p:nvSpPr>
        <p:spPr>
          <a:xfrm>
            <a:off x="9172575" y="6346825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400" rtl="0" eaLnBrk="1" latinLnBrk="1" hangingPunct="1"/>
            <a:r>
              <a:rPr lang="en-US" altLang="ko-KR" sz="1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  </a:t>
            </a:r>
            <a:fld id="{FF2CA6C1-1DA5-4047-B22A-D20695310B59}" type="slidenum">
              <a:rPr lang="ko-KR" altLang="en-US" sz="1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marL="0" algn="r" defTabSz="914400" rtl="0" eaLnBrk="1" latinLnBrk="1" hangingPunct="1"/>
              <a:t>4</a:t>
            </a:fld>
            <a:endParaRPr lang="ko-KR" altLang="en-US" sz="1000" kern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CD75FA-9A33-32FF-E016-548A269D6829}"/>
              </a:ext>
            </a:extLst>
          </p:cNvPr>
          <p:cNvSpPr/>
          <p:nvPr/>
        </p:nvSpPr>
        <p:spPr>
          <a:xfrm>
            <a:off x="523138" y="1566545"/>
            <a:ext cx="6212941" cy="445294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78C6C47B-7BEC-771E-4C38-9D27EB789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023437"/>
              </p:ext>
            </p:extLst>
          </p:nvPr>
        </p:nvGraphicFramePr>
        <p:xfrm>
          <a:off x="895350" y="1772650"/>
          <a:ext cx="5505450" cy="4120520"/>
        </p:xfrm>
        <a:graphic>
          <a:graphicData uri="http://schemas.openxmlformats.org/drawingml/2006/table">
            <a:tbl>
              <a:tblPr/>
              <a:tblGrid>
                <a:gridCol w="1503927">
                  <a:extLst>
                    <a:ext uri="{9D8B030D-6E8A-4147-A177-3AD203B41FA5}">
                      <a16:colId xmlns:a16="http://schemas.microsoft.com/office/drawing/2014/main" val="3513670074"/>
                    </a:ext>
                  </a:extLst>
                </a:gridCol>
                <a:gridCol w="4001523">
                  <a:extLst>
                    <a:ext uri="{9D8B030D-6E8A-4147-A177-3AD203B41FA5}">
                      <a16:colId xmlns:a16="http://schemas.microsoft.com/office/drawing/2014/main" val="391671500"/>
                    </a:ext>
                  </a:extLst>
                </a:gridCol>
              </a:tblGrid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기업명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b="1" kern="1200" spc="-50" dirty="0" err="1">
                          <a:solidFill>
                            <a:srgbClr val="1C2A6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경상코리아</a:t>
                      </a:r>
                      <a:endParaRPr lang="ko-KR" altLang="en-US" sz="1300" b="1" kern="1200" spc="-50" dirty="0">
                        <a:solidFill>
                          <a:srgbClr val="1C2A6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468624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사업자번호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367-86-03414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004796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대표이사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김재성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3246129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사업내용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업소용 주방제품 제조</a:t>
                      </a:r>
                      <a:r>
                        <a:rPr lang="en-US" altLang="ko-KR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도소매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213847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업태</a:t>
                      </a:r>
                      <a:r>
                        <a:rPr lang="en-US" altLang="ko-KR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업종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제조업</a:t>
                      </a:r>
                      <a:r>
                        <a:rPr lang="en-US" altLang="ko-KR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도소매업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1044854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홈페이지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hlinkClick r:id="rId4"/>
                        </a:rPr>
                        <a:t>https://smartstore.naver.com/kangjubang /</a:t>
                      </a:r>
                      <a:r>
                        <a:rPr 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www.kskorea.co.kr</a:t>
                      </a:r>
                      <a:r>
                        <a:rPr lang="en-US" altLang="ko-KR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/ </a:t>
                      </a:r>
                      <a:endParaRPr lang="en-US" sz="1300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8494363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블로그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https://blog.naver.com/wotjd1827/224251838772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2983227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인스타그램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kangjubang</a:t>
                      </a:r>
                      <a:endParaRPr lang="en-US" sz="1300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2853506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유튜브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올해 </a:t>
                      </a:r>
                      <a:r>
                        <a:rPr lang="en-US" altLang="ko-KR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9~10</a:t>
                      </a:r>
                      <a:r>
                        <a:rPr lang="ko-KR" altLang="en-US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 제작예정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6268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전화번호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300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1533-1524 / 010-3332-9155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8960005"/>
                  </a:ext>
                </a:extLst>
              </a:tr>
              <a:tr h="3632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 kern="1200" spc="-5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상담 </a:t>
                      </a:r>
                      <a:r>
                        <a:rPr lang="ko-KR" altLang="en-US" sz="1300" b="1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카카오채널톡</a:t>
                      </a:r>
                      <a:endParaRPr lang="ko-KR" altLang="en-US" sz="1300" b="1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kern="1200" spc="-5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강주방</a:t>
                      </a:r>
                      <a:endParaRPr lang="ko-KR" altLang="en-US" sz="1300" kern="1200" spc="-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357076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DBD7F660-BC7C-B5B2-25FB-57FD4E46703E}"/>
              </a:ext>
            </a:extLst>
          </p:cNvPr>
          <p:cNvSpPr/>
          <p:nvPr/>
        </p:nvSpPr>
        <p:spPr>
          <a:xfrm>
            <a:off x="452704" y="1509713"/>
            <a:ext cx="160337" cy="160337"/>
          </a:xfrm>
          <a:prstGeom prst="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68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423AD025-21A5-8088-C2AC-921727C74C0A}"/>
              </a:ext>
            </a:extLst>
          </p:cNvPr>
          <p:cNvSpPr/>
          <p:nvPr/>
        </p:nvSpPr>
        <p:spPr>
          <a:xfrm>
            <a:off x="0" y="5189220"/>
            <a:ext cx="12192000" cy="1668780"/>
          </a:xfrm>
          <a:prstGeom prst="rect">
            <a:avLst/>
          </a:prstGeom>
          <a:solidFill>
            <a:srgbClr val="2232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9EEC938-6A35-A460-A694-603EE24FEB52}"/>
              </a:ext>
            </a:extLst>
          </p:cNvPr>
          <p:cNvSpPr/>
          <p:nvPr/>
        </p:nvSpPr>
        <p:spPr>
          <a:xfrm>
            <a:off x="4671138" y="3621569"/>
            <a:ext cx="2849725" cy="2603034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700AA0-4EA2-40CE-46C3-0AA09366BA09}"/>
              </a:ext>
            </a:extLst>
          </p:cNvPr>
          <p:cNvSpPr/>
          <p:nvPr/>
        </p:nvSpPr>
        <p:spPr>
          <a:xfrm>
            <a:off x="8377511" y="3621569"/>
            <a:ext cx="2849725" cy="2603034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3BA5A6-97C8-992A-47A6-6B526253EDDC}"/>
              </a:ext>
            </a:extLst>
          </p:cNvPr>
          <p:cNvSpPr txBox="1"/>
          <p:nvPr/>
        </p:nvSpPr>
        <p:spPr>
          <a:xfrm>
            <a:off x="1272688" y="467405"/>
            <a:ext cx="15263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사업 영역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C24D7-BB3A-5DA4-AB1B-9E5A5E9A3AED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EE4CC-3D9A-FBC6-E5EF-9B4E459EF461}"/>
              </a:ext>
            </a:extLst>
          </p:cNvPr>
          <p:cNvSpPr txBox="1"/>
          <p:nvPr/>
        </p:nvSpPr>
        <p:spPr>
          <a:xfrm>
            <a:off x="922020" y="1661586"/>
            <a:ext cx="10347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 i="1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“  </a:t>
            </a:r>
            <a:r>
              <a:rPr lang="ko-KR" altLang="en-US" sz="22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공간을 이해</a:t>
            </a:r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하고</a:t>
            </a:r>
            <a:r>
              <a:rPr lang="en-US" altLang="ko-KR" sz="2200" dirty="0"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2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운영을 설계</a:t>
            </a:r>
            <a:r>
              <a:rPr lang="ko-KR" altLang="en-US" sz="2200" dirty="0"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하며</a:t>
            </a:r>
            <a:r>
              <a:rPr lang="en-US" altLang="ko-KR" sz="2200" dirty="0"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,</a:t>
            </a:r>
            <a:r>
              <a:rPr lang="en-US" altLang="ko-KR" sz="22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2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책임으로 완성</a:t>
            </a:r>
            <a:r>
              <a:rPr lang="ko-KR" altLang="en-US" sz="2200" b="1" dirty="0"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합니다</a:t>
            </a:r>
            <a:r>
              <a:rPr lang="en-US" altLang="ko-KR" sz="2200" b="1" dirty="0"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2200" i="1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”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CDE7C0E-273E-4444-46B5-81DFC4012473}"/>
              </a:ext>
            </a:extLst>
          </p:cNvPr>
          <p:cNvSpPr/>
          <p:nvPr/>
        </p:nvSpPr>
        <p:spPr>
          <a:xfrm>
            <a:off x="5264075" y="1183342"/>
            <a:ext cx="1663850" cy="371199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1C2A6B"/>
              </a:gs>
              <a:gs pos="50000">
                <a:srgbClr val="223280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pc="-5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사업영역 </a:t>
            </a:r>
            <a:r>
              <a:rPr lang="ko-KR" altLang="en-US" sz="1400" b="1" spc="-5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06408C-61CE-E453-6DBD-46D43F4505D5}"/>
              </a:ext>
            </a:extLst>
          </p:cNvPr>
          <p:cNvSpPr txBox="1"/>
          <p:nvPr/>
        </p:nvSpPr>
        <p:spPr>
          <a:xfrm>
            <a:off x="4661152" y="2944683"/>
            <a:ext cx="28696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다양한 제품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디자인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 제품생산 가능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A4DB5-BA73-BBD4-94C6-65B504563565}"/>
              </a:ext>
            </a:extLst>
          </p:cNvPr>
          <p:cNvSpPr txBox="1"/>
          <p:nvPr/>
        </p:nvSpPr>
        <p:spPr>
          <a:xfrm>
            <a:off x="8422829" y="2944683"/>
            <a:ext cx="275908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 fontAlgn="base"/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최고의 품질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안전성</a:t>
            </a:r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 해외 수출 중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90B39AF-A8B8-8104-011D-77016365E6A8}"/>
              </a:ext>
            </a:extLst>
          </p:cNvPr>
          <p:cNvGrpSpPr/>
          <p:nvPr/>
        </p:nvGrpSpPr>
        <p:grpSpPr>
          <a:xfrm>
            <a:off x="974748" y="3622150"/>
            <a:ext cx="2829758" cy="2602453"/>
            <a:chOff x="713227" y="4067174"/>
            <a:chExt cx="3457780" cy="2839069"/>
          </a:xfrm>
        </p:grpSpPr>
        <p:pic>
          <p:nvPicPr>
            <p:cNvPr id="13" name="Picture 1">
              <a:extLst>
                <a:ext uri="{FF2B5EF4-FFF2-40B4-BE49-F238E27FC236}">
                  <a16:creationId xmlns:a16="http://schemas.microsoft.com/office/drawing/2014/main" id="{CEA59150-473B-E9F9-D44B-8FD8467BC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134" t="5285" r="22144"/>
            <a:stretch/>
          </p:blipFill>
          <p:spPr>
            <a:xfrm>
              <a:off x="713227" y="4067175"/>
              <a:ext cx="1684438" cy="1365586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  <a:effectLst/>
          </p:spPr>
        </p:pic>
        <p:pic>
          <p:nvPicPr>
            <p:cNvPr id="14" name="Picture 5">
              <a:extLst>
                <a:ext uri="{FF2B5EF4-FFF2-40B4-BE49-F238E27FC236}">
                  <a16:creationId xmlns:a16="http://schemas.microsoft.com/office/drawing/2014/main" id="{2A57FFF6-6868-72F4-0105-CA6D0FC1E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3541"/>
            <a:stretch/>
          </p:blipFill>
          <p:spPr>
            <a:xfrm>
              <a:off x="2486569" y="4067174"/>
              <a:ext cx="1684438" cy="1365587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  <a:effectLst/>
          </p:spPr>
        </p:pic>
        <p:pic>
          <p:nvPicPr>
            <p:cNvPr id="25" name="Picture 3">
              <a:extLst>
                <a:ext uri="{FF2B5EF4-FFF2-40B4-BE49-F238E27FC236}">
                  <a16:creationId xmlns:a16="http://schemas.microsoft.com/office/drawing/2014/main" id="{E813A371-AD5F-91A5-642B-E7EAF9A04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3227" y="5492414"/>
              <a:ext cx="1684438" cy="139778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6" name="Picture 7">
              <a:extLst>
                <a:ext uri="{FF2B5EF4-FFF2-40B4-BE49-F238E27FC236}">
                  <a16:creationId xmlns:a16="http://schemas.microsoft.com/office/drawing/2014/main" id="{B91B7B74-1AA2-0757-B3B6-F599E4478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14751" b="13094"/>
            <a:stretch/>
          </p:blipFill>
          <p:spPr>
            <a:xfrm>
              <a:off x="2486569" y="5508456"/>
              <a:ext cx="1684438" cy="1397787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28D7DA0-F5FB-5EB8-6A51-9C51352C1B02}"/>
              </a:ext>
            </a:extLst>
          </p:cNvPr>
          <p:cNvGrpSpPr/>
          <p:nvPr/>
        </p:nvGrpSpPr>
        <p:grpSpPr>
          <a:xfrm>
            <a:off x="5964268" y="3294972"/>
            <a:ext cx="263464" cy="464602"/>
            <a:chOff x="2257895" y="3338004"/>
            <a:chExt cx="263464" cy="464602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B8127BB5-F961-FD3B-BD72-626C3639FB33}"/>
                </a:ext>
              </a:extLst>
            </p:cNvPr>
            <p:cNvCxnSpPr>
              <a:cxnSpLocks/>
            </p:cNvCxnSpPr>
            <p:nvPr/>
          </p:nvCxnSpPr>
          <p:spPr>
            <a:xfrm>
              <a:off x="2389627" y="3338004"/>
              <a:ext cx="0" cy="284085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CE15EA9B-BE2E-A6DB-F42C-A0F5E0055BB4}"/>
                </a:ext>
              </a:extLst>
            </p:cNvPr>
            <p:cNvGrpSpPr/>
            <p:nvPr/>
          </p:nvGrpSpPr>
          <p:grpSpPr>
            <a:xfrm>
              <a:off x="2257895" y="3533041"/>
              <a:ext cx="263464" cy="269565"/>
              <a:chOff x="8724971" y="2329638"/>
              <a:chExt cx="357475" cy="357471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74667077-7509-9574-5CA4-E2835356E3CD}"/>
                  </a:ext>
                </a:extLst>
              </p:cNvPr>
              <p:cNvSpPr/>
              <p:nvPr/>
            </p:nvSpPr>
            <p:spPr>
              <a:xfrm>
                <a:off x="8724971" y="2329638"/>
                <a:ext cx="357475" cy="357471"/>
              </a:xfrm>
              <a:prstGeom prst="ellipse">
                <a:avLst/>
              </a:prstGeom>
              <a:solidFill>
                <a:srgbClr val="0C3879">
                  <a:alpha val="51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F1A670FF-73D8-C19A-C985-BB7ED856E665}"/>
                  </a:ext>
                </a:extLst>
              </p:cNvPr>
              <p:cNvSpPr/>
              <p:nvPr/>
            </p:nvSpPr>
            <p:spPr>
              <a:xfrm>
                <a:off x="8836522" y="2441187"/>
                <a:ext cx="134373" cy="134373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8AB4D56-84E6-702F-C46B-8E832B745180}"/>
              </a:ext>
            </a:extLst>
          </p:cNvPr>
          <p:cNvGrpSpPr/>
          <p:nvPr/>
        </p:nvGrpSpPr>
        <p:grpSpPr>
          <a:xfrm>
            <a:off x="9670641" y="3294972"/>
            <a:ext cx="263464" cy="464602"/>
            <a:chOff x="2257895" y="3338004"/>
            <a:chExt cx="263464" cy="464602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64E2A259-5F70-AC3C-A06A-975204C6243E}"/>
                </a:ext>
              </a:extLst>
            </p:cNvPr>
            <p:cNvCxnSpPr>
              <a:cxnSpLocks/>
            </p:cNvCxnSpPr>
            <p:nvPr/>
          </p:nvCxnSpPr>
          <p:spPr>
            <a:xfrm>
              <a:off x="2389627" y="3338004"/>
              <a:ext cx="0" cy="284085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8E22F886-5BDF-B8BC-7461-C65E0B28095F}"/>
                </a:ext>
              </a:extLst>
            </p:cNvPr>
            <p:cNvGrpSpPr/>
            <p:nvPr/>
          </p:nvGrpSpPr>
          <p:grpSpPr>
            <a:xfrm>
              <a:off x="2257895" y="3533041"/>
              <a:ext cx="263464" cy="269565"/>
              <a:chOff x="8724971" y="2329638"/>
              <a:chExt cx="357475" cy="357471"/>
            </a:xfrm>
          </p:grpSpPr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E62FB16-CA5D-4AC8-4459-33124C4D7BE1}"/>
                  </a:ext>
                </a:extLst>
              </p:cNvPr>
              <p:cNvSpPr/>
              <p:nvPr/>
            </p:nvSpPr>
            <p:spPr>
              <a:xfrm>
                <a:off x="8724971" y="2329638"/>
                <a:ext cx="357475" cy="357471"/>
              </a:xfrm>
              <a:prstGeom prst="ellipse">
                <a:avLst/>
              </a:prstGeom>
              <a:solidFill>
                <a:srgbClr val="0C3879">
                  <a:alpha val="51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21AAD5F4-81D9-1DE0-AC53-00A9DDEDE84B}"/>
                  </a:ext>
                </a:extLst>
              </p:cNvPr>
              <p:cNvSpPr/>
              <p:nvPr/>
            </p:nvSpPr>
            <p:spPr>
              <a:xfrm>
                <a:off x="8836522" y="2441187"/>
                <a:ext cx="134373" cy="134373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B71EA6-C1FD-4283-C71C-189FCD5FD9C9}"/>
              </a:ext>
            </a:extLst>
          </p:cNvPr>
          <p:cNvSpPr/>
          <p:nvPr/>
        </p:nvSpPr>
        <p:spPr>
          <a:xfrm>
            <a:off x="769229" y="2365066"/>
            <a:ext cx="3240796" cy="480135"/>
          </a:xfrm>
          <a:prstGeom prst="roundRect">
            <a:avLst>
              <a:gd name="adj" fmla="val 50000"/>
            </a:avLst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업소용주방제품</a:t>
            </a:r>
            <a:r>
              <a:rPr lang="ko-KR" altLang="en-US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 도</a:t>
            </a:r>
            <a:r>
              <a:rPr lang="en-US" altLang="ko-KR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소매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54E5BFA-DFD4-D07F-E692-3E664A552208}"/>
              </a:ext>
            </a:extLst>
          </p:cNvPr>
          <p:cNvSpPr/>
          <p:nvPr/>
        </p:nvSpPr>
        <p:spPr>
          <a:xfrm>
            <a:off x="4475602" y="2365066"/>
            <a:ext cx="3240796" cy="480135"/>
          </a:xfrm>
          <a:prstGeom prst="roundRect">
            <a:avLst>
              <a:gd name="adj" fmla="val 50000"/>
            </a:avLst>
          </a:prstGeom>
          <a:solidFill>
            <a:srgbClr val="4E95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제조</a:t>
            </a:r>
            <a:r>
              <a:rPr lang="en-US" altLang="ko-KR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/OEM</a:t>
            </a:r>
            <a:r>
              <a:rPr lang="ko-KR" altLang="en-US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생산</a:t>
            </a:r>
            <a:endParaRPr lang="ko-KR" altLang="en-US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1221BA3-F1D5-4118-C988-1BF7585DD4B2}"/>
              </a:ext>
            </a:extLst>
          </p:cNvPr>
          <p:cNvSpPr/>
          <p:nvPr/>
        </p:nvSpPr>
        <p:spPr>
          <a:xfrm>
            <a:off x="8181975" y="2365066"/>
            <a:ext cx="3240796" cy="480135"/>
          </a:xfrm>
          <a:prstGeom prst="roundRect">
            <a:avLst>
              <a:gd name="adj" fmla="val 50000"/>
            </a:avLst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해외 수출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A438FB-9E41-440F-92A8-AADE88D31D90}"/>
              </a:ext>
            </a:extLst>
          </p:cNvPr>
          <p:cNvSpPr/>
          <p:nvPr/>
        </p:nvSpPr>
        <p:spPr>
          <a:xfrm>
            <a:off x="1027716" y="2944683"/>
            <a:ext cx="27238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주방 설계부터 납품까지 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원스톱 서비스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36814F0-1938-44A4-9A7A-19E875763CD5}"/>
              </a:ext>
            </a:extLst>
          </p:cNvPr>
          <p:cNvGrpSpPr/>
          <p:nvPr/>
        </p:nvGrpSpPr>
        <p:grpSpPr>
          <a:xfrm>
            <a:off x="2257895" y="3294972"/>
            <a:ext cx="263464" cy="464602"/>
            <a:chOff x="2257895" y="3338004"/>
            <a:chExt cx="263464" cy="464602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C081CEC2-71C9-481F-8D90-BEC1D77F9EE7}"/>
                </a:ext>
              </a:extLst>
            </p:cNvPr>
            <p:cNvCxnSpPr>
              <a:cxnSpLocks/>
            </p:cNvCxnSpPr>
            <p:nvPr/>
          </p:nvCxnSpPr>
          <p:spPr>
            <a:xfrm>
              <a:off x="2389627" y="3338004"/>
              <a:ext cx="0" cy="284085"/>
            </a:xfrm>
            <a:prstGeom prst="line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3F96954B-6471-4C03-85E5-3AFA4235070A}"/>
                </a:ext>
              </a:extLst>
            </p:cNvPr>
            <p:cNvGrpSpPr/>
            <p:nvPr/>
          </p:nvGrpSpPr>
          <p:grpSpPr>
            <a:xfrm>
              <a:off x="2257895" y="3533041"/>
              <a:ext cx="263464" cy="269565"/>
              <a:chOff x="8724971" y="2329638"/>
              <a:chExt cx="357475" cy="357471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0E5DB7CC-C512-4702-8DB5-77A4AF35ACC9}"/>
                  </a:ext>
                </a:extLst>
              </p:cNvPr>
              <p:cNvSpPr/>
              <p:nvPr/>
            </p:nvSpPr>
            <p:spPr>
              <a:xfrm>
                <a:off x="8724971" y="2329638"/>
                <a:ext cx="357475" cy="357471"/>
              </a:xfrm>
              <a:prstGeom prst="ellipse">
                <a:avLst/>
              </a:prstGeom>
              <a:solidFill>
                <a:srgbClr val="0C3879">
                  <a:alpha val="51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D252D17B-0657-4B63-A06E-3C67A6C94482}"/>
                  </a:ext>
                </a:extLst>
              </p:cNvPr>
              <p:cNvSpPr/>
              <p:nvPr/>
            </p:nvSpPr>
            <p:spPr>
              <a:xfrm>
                <a:off x="8836522" y="2441187"/>
                <a:ext cx="134373" cy="134373"/>
              </a:xfrm>
              <a:prstGeom prst="ellipse">
                <a:avLst/>
              </a:prstGeom>
              <a:solidFill>
                <a:schemeClr val="bg1"/>
              </a:solidFill>
              <a:ln w="2540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637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C1BF9-C3D0-D0AD-52F8-E23F24F4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5A92A1-2177-9BC1-BBBF-FA9F05FFF775}"/>
              </a:ext>
            </a:extLst>
          </p:cNvPr>
          <p:cNvSpPr/>
          <p:nvPr/>
        </p:nvSpPr>
        <p:spPr>
          <a:xfrm>
            <a:off x="5713746" y="4209669"/>
            <a:ext cx="6249653" cy="876300"/>
          </a:xfrm>
          <a:prstGeom prst="roundRect">
            <a:avLst>
              <a:gd name="adj" fmla="val 905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0896BB0-D351-3ED5-BF77-B0F5CD5DD4B3}"/>
              </a:ext>
            </a:extLst>
          </p:cNvPr>
          <p:cNvSpPr/>
          <p:nvPr/>
        </p:nvSpPr>
        <p:spPr>
          <a:xfrm>
            <a:off x="5715000" y="5381625"/>
            <a:ext cx="4610100" cy="876300"/>
          </a:xfrm>
          <a:prstGeom prst="roundRect">
            <a:avLst>
              <a:gd name="adj" fmla="val 905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71F122-3C26-E3DA-E24D-42836BE33111}"/>
              </a:ext>
            </a:extLst>
          </p:cNvPr>
          <p:cNvSpPr txBox="1"/>
          <p:nvPr/>
        </p:nvSpPr>
        <p:spPr>
          <a:xfrm>
            <a:off x="1272688" y="467405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만의 경쟁력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C679C-2A51-7770-6B05-1DEBC180B6AF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6482A-2B92-B042-65C9-7FBCC3F75E98}"/>
              </a:ext>
            </a:extLst>
          </p:cNvPr>
          <p:cNvSpPr txBox="1"/>
          <p:nvPr/>
        </p:nvSpPr>
        <p:spPr>
          <a:xfrm>
            <a:off x="741045" y="2181081"/>
            <a:ext cx="28328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전국 업소용 주방 대표브랜드 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페이퍼로지 4 Regular" pitchFamily="2" charset="-127"/>
              <a:ea typeface="페이퍼로지 4 Regular" pitchFamily="2" charset="-127"/>
              <a:cs typeface="Pretendard" panose="02000503000000020004" pitchFamily="2" charset="-127"/>
            </a:endParaRPr>
          </a:p>
          <a:p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제조사 공장 총판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F252D8-FFFF-5BAE-19E9-0433F056E0DA}"/>
              </a:ext>
            </a:extLst>
          </p:cNvPr>
          <p:cNvSpPr txBox="1"/>
          <p:nvPr/>
        </p:nvSpPr>
        <p:spPr>
          <a:xfrm>
            <a:off x="721995" y="1543333"/>
            <a:ext cx="13003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경쟁력 </a:t>
            </a:r>
            <a:r>
              <a:rPr lang="en-US" altLang="ko-KR" sz="36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1</a:t>
            </a:r>
            <a:endParaRPr lang="ko-KR" altLang="en-US" sz="2200" dirty="0">
              <a:solidFill>
                <a:srgbClr val="223280"/>
              </a:solidFill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159395-AB2D-1D35-C69E-248D1CCE3CEE}"/>
              </a:ext>
            </a:extLst>
          </p:cNvPr>
          <p:cNvSpPr/>
          <p:nvPr/>
        </p:nvSpPr>
        <p:spPr>
          <a:xfrm>
            <a:off x="847724" y="4388034"/>
            <a:ext cx="238125" cy="45719"/>
          </a:xfrm>
          <a:prstGeom prst="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07ABC37-2084-82F3-067F-A4A69B6C6C16}"/>
              </a:ext>
            </a:extLst>
          </p:cNvPr>
          <p:cNvGrpSpPr/>
          <p:nvPr/>
        </p:nvGrpSpPr>
        <p:grpSpPr>
          <a:xfrm>
            <a:off x="4105275" y="1520473"/>
            <a:ext cx="8086725" cy="2285717"/>
            <a:chOff x="3838575" y="1970882"/>
            <a:chExt cx="6651487" cy="2417910"/>
          </a:xfrm>
        </p:grpSpPr>
        <p:pic>
          <p:nvPicPr>
            <p:cNvPr id="29" name="Picture 9">
              <a:extLst>
                <a:ext uri="{FF2B5EF4-FFF2-40B4-BE49-F238E27FC236}">
                  <a16:creationId xmlns:a16="http://schemas.microsoft.com/office/drawing/2014/main" id="{87302391-104E-5623-C594-25817617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8575" y="1970882"/>
              <a:ext cx="3223172" cy="2417910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0" name="Picture 11">
              <a:extLst>
                <a:ext uri="{FF2B5EF4-FFF2-40B4-BE49-F238E27FC236}">
                  <a16:creationId xmlns:a16="http://schemas.microsoft.com/office/drawing/2014/main" id="{B506F3D0-B52E-BDF5-EDC9-38CCC9540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65879" y="1970882"/>
              <a:ext cx="3224183" cy="241791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7C3295DE-61DA-A77A-4D0C-60FD3BB75189}"/>
              </a:ext>
            </a:extLst>
          </p:cNvPr>
          <p:cNvSpPr/>
          <p:nvPr/>
        </p:nvSpPr>
        <p:spPr>
          <a:xfrm>
            <a:off x="904874" y="5282462"/>
            <a:ext cx="3962400" cy="543028"/>
          </a:xfrm>
          <a:custGeom>
            <a:avLst/>
            <a:gdLst>
              <a:gd name="connsiteX0" fmla="*/ 0 w 3962400"/>
              <a:gd name="connsiteY0" fmla="*/ 0 h 504825"/>
              <a:gd name="connsiteX1" fmla="*/ 0 w 3962400"/>
              <a:gd name="connsiteY1" fmla="*/ 504825 h 504825"/>
              <a:gd name="connsiteX2" fmla="*/ 3962400 w 3962400"/>
              <a:gd name="connsiteY2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504825">
                <a:moveTo>
                  <a:pt x="0" y="0"/>
                </a:moveTo>
                <a:lnTo>
                  <a:pt x="0" y="504825"/>
                </a:lnTo>
                <a:lnTo>
                  <a:pt x="3962400" y="504825"/>
                </a:lnTo>
              </a:path>
            </a:pathLst>
          </a:cu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31BD4E-9AD2-26DE-AABA-2D2B545452F7}"/>
              </a:ext>
            </a:extLst>
          </p:cNvPr>
          <p:cNvSpPr txBox="1"/>
          <p:nvPr/>
        </p:nvSpPr>
        <p:spPr>
          <a:xfrm>
            <a:off x="761999" y="4486811"/>
            <a:ext cx="3229754" cy="6882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 latinLnBrk="1">
              <a:lnSpc>
                <a:spcPct val="130000"/>
              </a:lnSpc>
              <a:defRPr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>
              <a:lnSpc>
                <a:spcPct val="110000"/>
              </a:lnSpc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전국 대표 브랜드의 공장 총판으로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유통마진을 최소화해 </a:t>
            </a:r>
            <a:r>
              <a:rPr lang="ko-KR" altLang="en-US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합리적인 가격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과</a:t>
            </a:r>
          </a:p>
          <a:p>
            <a:pPr>
              <a:lnSpc>
                <a:spcPct val="110000"/>
              </a:lnSpc>
            </a:pPr>
            <a:r>
              <a:rPr lang="ko-KR" altLang="en-US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빠른 서비스로 고객 만족을 실현</a:t>
            </a:r>
            <a:r>
              <a:rPr lang="ko-KR" altLang="en-US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합니다</a:t>
            </a:r>
            <a:r>
              <a:rPr lang="en-US" altLang="ko-KR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</a:rPr>
              <a:t>.</a:t>
            </a:r>
            <a:endParaRPr lang="ko-KR" altLang="en-US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8C4F3DE-D34A-2D99-62B4-8150A748A315}"/>
              </a:ext>
            </a:extLst>
          </p:cNvPr>
          <p:cNvSpPr txBox="1"/>
          <p:nvPr/>
        </p:nvSpPr>
        <p:spPr>
          <a:xfrm>
            <a:off x="4107656" y="6295701"/>
            <a:ext cx="61007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120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 공장에서 바로 대량으로 받아오기에 </a:t>
            </a:r>
            <a:r>
              <a:rPr lang="ko-KR" altLang="en-US" sz="12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저렴한 가격으로 매입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D70CC74-5AE5-C4B8-658A-D31B70D4CEBA}"/>
              </a:ext>
            </a:extLst>
          </p:cNvPr>
          <p:cNvSpPr/>
          <p:nvPr/>
        </p:nvSpPr>
        <p:spPr>
          <a:xfrm>
            <a:off x="4041724" y="1471613"/>
            <a:ext cx="160337" cy="160337"/>
          </a:xfrm>
          <a:prstGeom prst="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D500FD0A-E609-CFBB-A73C-084C104A6902}"/>
              </a:ext>
            </a:extLst>
          </p:cNvPr>
          <p:cNvSpPr/>
          <p:nvPr/>
        </p:nvSpPr>
        <p:spPr>
          <a:xfrm>
            <a:off x="4143375" y="4257675"/>
            <a:ext cx="1179523" cy="78948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Aft>
                <a:spcPts val="300"/>
              </a:spcAft>
            </a:pPr>
            <a:r>
              <a:rPr lang="ko-KR" altLang="en-US" sz="12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타사업체</a:t>
            </a:r>
            <a:endParaRPr lang="en-US" altLang="ko-KR" sz="1200" b="1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 fontAlgn="base">
              <a:spcAft>
                <a:spcPts val="300"/>
              </a:spcAft>
            </a:pPr>
            <a:r>
              <a:rPr lang="en-US" altLang="ko-KR" sz="105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주방업체</a:t>
            </a:r>
            <a:r>
              <a:rPr lang="en-US" altLang="ko-KR" sz="105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050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0DB376DB-9E76-ECF3-9065-1391D70C5BA0}"/>
              </a:ext>
            </a:extLst>
          </p:cNvPr>
          <p:cNvSpPr/>
          <p:nvPr/>
        </p:nvSpPr>
        <p:spPr>
          <a:xfrm>
            <a:off x="5784451" y="4257675"/>
            <a:ext cx="1179523" cy="7894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Aft>
                <a:spcPts val="300"/>
              </a:spcAft>
            </a:pPr>
            <a:r>
              <a:rPr lang="ko-KR" altLang="en-US" sz="12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공장</a:t>
            </a:r>
            <a:endParaRPr lang="en-US" altLang="ko-KR" sz="1200" b="1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 fontAlgn="base">
              <a:spcAft>
                <a:spcPts val="300"/>
              </a:spcAft>
            </a:pPr>
            <a:r>
              <a:rPr lang="en-US" altLang="ko-KR" sz="105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제조사</a:t>
            </a:r>
            <a:r>
              <a:rPr lang="en-US" altLang="ko-KR" sz="105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050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0D6AC713-093A-7EFC-2CB7-5DD0B1EF25AB}"/>
              </a:ext>
            </a:extLst>
          </p:cNvPr>
          <p:cNvSpPr/>
          <p:nvPr/>
        </p:nvSpPr>
        <p:spPr>
          <a:xfrm>
            <a:off x="7425527" y="4257675"/>
            <a:ext cx="1179523" cy="7894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Aft>
                <a:spcPts val="300"/>
              </a:spcAft>
            </a:pPr>
            <a:r>
              <a:rPr lang="ko-KR" altLang="en-US" sz="12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총판업체</a:t>
            </a:r>
            <a:endParaRPr lang="en-US" altLang="ko-KR" sz="1200" b="1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 fontAlgn="base">
              <a:spcAft>
                <a:spcPts val="300"/>
              </a:spcAft>
            </a:pPr>
            <a:r>
              <a:rPr lang="ko-KR" altLang="en-US" sz="1200" b="1" spc="-5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1C2A6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강주방</a:t>
            </a:r>
            <a:endParaRPr lang="en-US" altLang="ko-KR" sz="1050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1C2A6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EA9C0475-51AF-AC16-B53C-4DEF5EDE8C57}"/>
              </a:ext>
            </a:extLst>
          </p:cNvPr>
          <p:cNvSpPr/>
          <p:nvPr/>
        </p:nvSpPr>
        <p:spPr>
          <a:xfrm>
            <a:off x="9066603" y="4257675"/>
            <a:ext cx="1179523" cy="7894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Aft>
                <a:spcPts val="300"/>
              </a:spcAft>
            </a:pPr>
            <a:r>
              <a:rPr lang="ko-KR" altLang="en-US" sz="12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타사업체</a:t>
            </a:r>
          </a:p>
          <a:p>
            <a:pPr algn="ctr" fontAlgn="base">
              <a:spcAft>
                <a:spcPts val="300"/>
              </a:spcAft>
            </a:pPr>
            <a:r>
              <a:rPr lang="en-US" altLang="ko-KR" sz="105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주방업체</a:t>
            </a:r>
            <a:r>
              <a:rPr lang="en-US" altLang="ko-KR" sz="105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67BA505D-EB0B-84B7-1CAF-AFD7D3E605A5}"/>
              </a:ext>
            </a:extLst>
          </p:cNvPr>
          <p:cNvSpPr/>
          <p:nvPr/>
        </p:nvSpPr>
        <p:spPr>
          <a:xfrm>
            <a:off x="10707677" y="4257675"/>
            <a:ext cx="1179523" cy="78948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Aft>
                <a:spcPts val="300"/>
              </a:spcAft>
            </a:pPr>
            <a:r>
              <a:rPr lang="ko-KR" altLang="en-US" sz="12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</a:t>
            </a:r>
            <a:endParaRPr lang="en-US" altLang="ko-KR" sz="1200" b="1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911BEE54-1220-62DB-13F9-659E458573DF}"/>
              </a:ext>
            </a:extLst>
          </p:cNvPr>
          <p:cNvGrpSpPr/>
          <p:nvPr/>
        </p:nvGrpSpPr>
        <p:grpSpPr>
          <a:xfrm>
            <a:off x="7101153" y="4595269"/>
            <a:ext cx="187195" cy="114300"/>
            <a:chOff x="7069185" y="4622006"/>
            <a:chExt cx="187195" cy="91004"/>
          </a:xfrm>
        </p:grpSpPr>
        <p:sp>
          <p:nvSpPr>
            <p:cNvPr id="130" name="이등변 삼각형 129">
              <a:extLst>
                <a:ext uri="{FF2B5EF4-FFF2-40B4-BE49-F238E27FC236}">
                  <a16:creationId xmlns:a16="http://schemas.microsoft.com/office/drawing/2014/main" id="{88FAD886-FD58-EF1D-EADB-0F0118619840}"/>
                </a:ext>
              </a:extLst>
            </p:cNvPr>
            <p:cNvSpPr/>
            <p:nvPr/>
          </p:nvSpPr>
          <p:spPr>
            <a:xfrm rot="5400000">
              <a:off x="7171652" y="4628282"/>
              <a:ext cx="91004" cy="78452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이등변 삼각형 130">
              <a:extLst>
                <a:ext uri="{FF2B5EF4-FFF2-40B4-BE49-F238E27FC236}">
                  <a16:creationId xmlns:a16="http://schemas.microsoft.com/office/drawing/2014/main" id="{50562DCD-E890-D5ED-25E1-129CC4E9F594}"/>
                </a:ext>
              </a:extLst>
            </p:cNvPr>
            <p:cNvSpPr/>
            <p:nvPr/>
          </p:nvSpPr>
          <p:spPr>
            <a:xfrm rot="5400000">
              <a:off x="7062909" y="4628282"/>
              <a:ext cx="91004" cy="78452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7C7DE61E-2925-22C1-84F3-BB55AEF20BBA}"/>
              </a:ext>
            </a:extLst>
          </p:cNvPr>
          <p:cNvGrpSpPr/>
          <p:nvPr/>
        </p:nvGrpSpPr>
        <p:grpSpPr>
          <a:xfrm>
            <a:off x="8742229" y="4595269"/>
            <a:ext cx="187195" cy="114300"/>
            <a:chOff x="5431515" y="4622006"/>
            <a:chExt cx="187195" cy="91004"/>
          </a:xfrm>
        </p:grpSpPr>
        <p:sp>
          <p:nvSpPr>
            <p:cNvPr id="133" name="이등변 삼각형 132">
              <a:extLst>
                <a:ext uri="{FF2B5EF4-FFF2-40B4-BE49-F238E27FC236}">
                  <a16:creationId xmlns:a16="http://schemas.microsoft.com/office/drawing/2014/main" id="{26CED57B-83D4-4A6B-1D88-72BBB0EEE933}"/>
                </a:ext>
              </a:extLst>
            </p:cNvPr>
            <p:cNvSpPr/>
            <p:nvPr/>
          </p:nvSpPr>
          <p:spPr>
            <a:xfrm rot="5400000">
              <a:off x="5533982" y="4628282"/>
              <a:ext cx="91004" cy="78452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이등변 삼각형 133">
              <a:extLst>
                <a:ext uri="{FF2B5EF4-FFF2-40B4-BE49-F238E27FC236}">
                  <a16:creationId xmlns:a16="http://schemas.microsoft.com/office/drawing/2014/main" id="{3E66D183-AF29-36DF-8D28-7FE34A38973A}"/>
                </a:ext>
              </a:extLst>
            </p:cNvPr>
            <p:cNvSpPr/>
            <p:nvPr/>
          </p:nvSpPr>
          <p:spPr>
            <a:xfrm rot="5400000">
              <a:off x="5425239" y="4628282"/>
              <a:ext cx="91004" cy="78452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3F791766-D64E-139C-5476-24B1B02F081F}"/>
              </a:ext>
            </a:extLst>
          </p:cNvPr>
          <p:cNvGrpSpPr/>
          <p:nvPr/>
        </p:nvGrpSpPr>
        <p:grpSpPr>
          <a:xfrm>
            <a:off x="10383305" y="4595269"/>
            <a:ext cx="187195" cy="114300"/>
            <a:chOff x="5431515" y="4622006"/>
            <a:chExt cx="187195" cy="91004"/>
          </a:xfrm>
        </p:grpSpPr>
        <p:sp>
          <p:nvSpPr>
            <p:cNvPr id="136" name="이등변 삼각형 135">
              <a:extLst>
                <a:ext uri="{FF2B5EF4-FFF2-40B4-BE49-F238E27FC236}">
                  <a16:creationId xmlns:a16="http://schemas.microsoft.com/office/drawing/2014/main" id="{F6A4487E-3D90-B10A-9787-97DFA4CDF1CF}"/>
                </a:ext>
              </a:extLst>
            </p:cNvPr>
            <p:cNvSpPr/>
            <p:nvPr/>
          </p:nvSpPr>
          <p:spPr>
            <a:xfrm rot="5400000">
              <a:off x="5533982" y="4628282"/>
              <a:ext cx="91004" cy="78452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이등변 삼각형 136">
              <a:extLst>
                <a:ext uri="{FF2B5EF4-FFF2-40B4-BE49-F238E27FC236}">
                  <a16:creationId xmlns:a16="http://schemas.microsoft.com/office/drawing/2014/main" id="{7B4BE4F7-C754-E8B8-BD55-348FC00803FF}"/>
                </a:ext>
              </a:extLst>
            </p:cNvPr>
            <p:cNvSpPr/>
            <p:nvPr/>
          </p:nvSpPr>
          <p:spPr>
            <a:xfrm rot="5400000">
              <a:off x="5425239" y="4628282"/>
              <a:ext cx="91004" cy="78452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8AF40D54-597A-EBD8-9896-411DA7A7AEE6}"/>
              </a:ext>
            </a:extLst>
          </p:cNvPr>
          <p:cNvSpPr/>
          <p:nvPr/>
        </p:nvSpPr>
        <p:spPr>
          <a:xfrm>
            <a:off x="4143375" y="5421630"/>
            <a:ext cx="1179523" cy="789489"/>
          </a:xfrm>
          <a:prstGeom prst="roundRect">
            <a:avLst/>
          </a:prstGeom>
          <a:gradFill>
            <a:gsLst>
              <a:gs pos="50000">
                <a:srgbClr val="27318D"/>
              </a:gs>
              <a:gs pos="50000">
                <a:srgbClr val="1F276F"/>
              </a:gs>
            </a:gsLst>
            <a:lin ang="3000000" scaled="0"/>
          </a:gradFill>
          <a:ln w="38100">
            <a:solidFill>
              <a:srgbClr val="32A3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5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강주방</a:t>
            </a:r>
            <a:endParaRPr lang="ko-KR" altLang="en-US" sz="1400" b="1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44B1B1DB-E560-7A14-4FFE-388335A75847}"/>
              </a:ext>
            </a:extLst>
          </p:cNvPr>
          <p:cNvSpPr/>
          <p:nvPr/>
        </p:nvSpPr>
        <p:spPr>
          <a:xfrm>
            <a:off x="5784451" y="5421630"/>
            <a:ext cx="1179523" cy="789489"/>
          </a:xfrm>
          <a:prstGeom prst="round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공장</a:t>
            </a:r>
            <a:endParaRPr lang="en-US" altLang="ko-KR" sz="1400" b="1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120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제조사</a:t>
            </a:r>
            <a:r>
              <a:rPr lang="en-US" altLang="ko-KR" sz="120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00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1D29850A-2418-8151-BA6B-062986562442}"/>
              </a:ext>
            </a:extLst>
          </p:cNvPr>
          <p:cNvSpPr/>
          <p:nvPr/>
        </p:nvSpPr>
        <p:spPr>
          <a:xfrm>
            <a:off x="7425527" y="5421630"/>
            <a:ext cx="1179523" cy="789489"/>
          </a:xfrm>
          <a:prstGeom prst="round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총판업체</a:t>
            </a:r>
            <a:endParaRPr lang="en-US" altLang="ko-KR" sz="1400" b="1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1200" spc="-5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강주방</a:t>
            </a:r>
            <a:endParaRPr lang="en-US" altLang="ko-KR" sz="1200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0DF23B58-FA51-B9E6-99C0-C14FE55D7570}"/>
              </a:ext>
            </a:extLst>
          </p:cNvPr>
          <p:cNvSpPr/>
          <p:nvPr/>
        </p:nvSpPr>
        <p:spPr>
          <a:xfrm>
            <a:off x="9066603" y="5421630"/>
            <a:ext cx="1179523" cy="789489"/>
          </a:xfrm>
          <a:prstGeom prst="round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</a:t>
            </a:r>
            <a:endParaRPr lang="en-US" altLang="ko-KR" sz="1400" b="1" spc="-5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410EE02F-BDEB-9D78-38B6-9B6B3484D3E0}"/>
              </a:ext>
            </a:extLst>
          </p:cNvPr>
          <p:cNvGrpSpPr/>
          <p:nvPr/>
        </p:nvGrpSpPr>
        <p:grpSpPr>
          <a:xfrm>
            <a:off x="7101153" y="5759224"/>
            <a:ext cx="187195" cy="114300"/>
            <a:chOff x="7069185" y="4622006"/>
            <a:chExt cx="187195" cy="91004"/>
          </a:xfrm>
        </p:grpSpPr>
        <p:sp>
          <p:nvSpPr>
            <p:cNvPr id="148" name="이등변 삼각형 147">
              <a:extLst>
                <a:ext uri="{FF2B5EF4-FFF2-40B4-BE49-F238E27FC236}">
                  <a16:creationId xmlns:a16="http://schemas.microsoft.com/office/drawing/2014/main" id="{471EE513-8403-D534-940B-BC50C0C1B6B8}"/>
                </a:ext>
              </a:extLst>
            </p:cNvPr>
            <p:cNvSpPr/>
            <p:nvPr/>
          </p:nvSpPr>
          <p:spPr>
            <a:xfrm rot="5400000">
              <a:off x="7171652" y="4628282"/>
              <a:ext cx="91004" cy="78452"/>
            </a:xfrm>
            <a:prstGeom prst="triangle">
              <a:avLst/>
            </a:prstGeom>
            <a:solidFill>
              <a:srgbClr val="223280"/>
            </a:solidFill>
            <a:ln w="6350">
              <a:solidFill>
                <a:srgbClr val="2232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이등변 삼각형 148">
              <a:extLst>
                <a:ext uri="{FF2B5EF4-FFF2-40B4-BE49-F238E27FC236}">
                  <a16:creationId xmlns:a16="http://schemas.microsoft.com/office/drawing/2014/main" id="{149A0A28-81F0-92D0-EF66-C8E3B8953712}"/>
                </a:ext>
              </a:extLst>
            </p:cNvPr>
            <p:cNvSpPr/>
            <p:nvPr/>
          </p:nvSpPr>
          <p:spPr>
            <a:xfrm rot="5400000">
              <a:off x="7062909" y="4628282"/>
              <a:ext cx="91004" cy="78452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rgbClr val="2232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1DCE7E42-00E1-1B63-16FA-B0F49FDC5968}"/>
              </a:ext>
            </a:extLst>
          </p:cNvPr>
          <p:cNvGrpSpPr/>
          <p:nvPr/>
        </p:nvGrpSpPr>
        <p:grpSpPr>
          <a:xfrm>
            <a:off x="8742229" y="5759224"/>
            <a:ext cx="187195" cy="114300"/>
            <a:chOff x="5431515" y="4622006"/>
            <a:chExt cx="187195" cy="91004"/>
          </a:xfrm>
        </p:grpSpPr>
        <p:sp>
          <p:nvSpPr>
            <p:cNvPr id="146" name="이등변 삼각형 145">
              <a:extLst>
                <a:ext uri="{FF2B5EF4-FFF2-40B4-BE49-F238E27FC236}">
                  <a16:creationId xmlns:a16="http://schemas.microsoft.com/office/drawing/2014/main" id="{432BDC0A-E6DA-07F0-DA14-AE7B89B8041C}"/>
                </a:ext>
              </a:extLst>
            </p:cNvPr>
            <p:cNvSpPr/>
            <p:nvPr/>
          </p:nvSpPr>
          <p:spPr>
            <a:xfrm rot="5400000">
              <a:off x="5533982" y="4628282"/>
              <a:ext cx="91004" cy="78452"/>
            </a:xfrm>
            <a:prstGeom prst="triangle">
              <a:avLst/>
            </a:prstGeom>
            <a:solidFill>
              <a:srgbClr val="223280"/>
            </a:solidFill>
            <a:ln w="6350">
              <a:solidFill>
                <a:srgbClr val="2232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이등변 삼각형 146">
              <a:extLst>
                <a:ext uri="{FF2B5EF4-FFF2-40B4-BE49-F238E27FC236}">
                  <a16:creationId xmlns:a16="http://schemas.microsoft.com/office/drawing/2014/main" id="{11194F34-6E87-1E88-1992-1C02F5C53F9E}"/>
                </a:ext>
              </a:extLst>
            </p:cNvPr>
            <p:cNvSpPr/>
            <p:nvPr/>
          </p:nvSpPr>
          <p:spPr>
            <a:xfrm rot="5400000">
              <a:off x="5425239" y="4628282"/>
              <a:ext cx="91004" cy="78452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rgbClr val="2232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2" name="타원 151">
            <a:extLst>
              <a:ext uri="{FF2B5EF4-FFF2-40B4-BE49-F238E27FC236}">
                <a16:creationId xmlns:a16="http://schemas.microsoft.com/office/drawing/2014/main" id="{0F30E7FE-8029-9B62-23C6-7A77ECFC18A3}"/>
              </a:ext>
            </a:extLst>
          </p:cNvPr>
          <p:cNvSpPr/>
          <p:nvPr/>
        </p:nvSpPr>
        <p:spPr>
          <a:xfrm>
            <a:off x="4512232" y="4026019"/>
            <a:ext cx="401270" cy="40126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CF26132A-2412-EFBB-B183-5FFAE4F03835}"/>
              </a:ext>
            </a:extLst>
          </p:cNvPr>
          <p:cNvSpPr/>
          <p:nvPr/>
        </p:nvSpPr>
        <p:spPr>
          <a:xfrm>
            <a:off x="6173577" y="4026019"/>
            <a:ext cx="401270" cy="40126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08BE512B-E695-4328-E09B-A54A1F408B2D}"/>
              </a:ext>
            </a:extLst>
          </p:cNvPr>
          <p:cNvSpPr/>
          <p:nvPr/>
        </p:nvSpPr>
        <p:spPr>
          <a:xfrm>
            <a:off x="7804519" y="4026019"/>
            <a:ext cx="401270" cy="40126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F1DA3E57-B133-9462-6585-CAECB6FEF986}"/>
              </a:ext>
            </a:extLst>
          </p:cNvPr>
          <p:cNvSpPr/>
          <p:nvPr/>
        </p:nvSpPr>
        <p:spPr>
          <a:xfrm>
            <a:off x="9465864" y="4026019"/>
            <a:ext cx="401270" cy="40126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048771CA-2957-7CB9-F144-99E16096BC57}"/>
              </a:ext>
            </a:extLst>
          </p:cNvPr>
          <p:cNvSpPr/>
          <p:nvPr/>
        </p:nvSpPr>
        <p:spPr>
          <a:xfrm>
            <a:off x="11096803" y="4026019"/>
            <a:ext cx="401270" cy="40126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94FE48D1-CABE-066B-951B-24EA3CEA3685}"/>
              </a:ext>
            </a:extLst>
          </p:cNvPr>
          <p:cNvSpPr/>
          <p:nvPr/>
        </p:nvSpPr>
        <p:spPr>
          <a:xfrm>
            <a:off x="6173577" y="5191879"/>
            <a:ext cx="401270" cy="40126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32A3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4EA4F9D2-6991-6381-5FA4-FC46F816DA0B}"/>
              </a:ext>
            </a:extLst>
          </p:cNvPr>
          <p:cNvSpPr/>
          <p:nvPr/>
        </p:nvSpPr>
        <p:spPr>
          <a:xfrm>
            <a:off x="9465864" y="5191879"/>
            <a:ext cx="401270" cy="40126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32A3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Freeform 958">
            <a:extLst>
              <a:ext uri="{FF2B5EF4-FFF2-40B4-BE49-F238E27FC236}">
                <a16:creationId xmlns:a16="http://schemas.microsoft.com/office/drawing/2014/main" id="{941069F8-15A5-09A4-6B4A-D8F3C5E8BA96}"/>
              </a:ext>
            </a:extLst>
          </p:cNvPr>
          <p:cNvSpPr>
            <a:spLocks noEditPoints="1"/>
          </p:cNvSpPr>
          <p:nvPr/>
        </p:nvSpPr>
        <p:spPr bwMode="auto">
          <a:xfrm>
            <a:off x="4631401" y="4076003"/>
            <a:ext cx="195121" cy="261021"/>
          </a:xfrm>
          <a:custGeom>
            <a:avLst/>
            <a:gdLst/>
            <a:ahLst/>
            <a:cxnLst>
              <a:cxn ang="0">
                <a:pos x="1277" y="2432"/>
              </a:cxn>
              <a:cxn ang="0">
                <a:pos x="1473" y="2432"/>
              </a:cxn>
              <a:cxn ang="0">
                <a:pos x="1313" y="2330"/>
              </a:cxn>
              <a:cxn ang="0">
                <a:pos x="1610" y="2209"/>
              </a:cxn>
              <a:cxn ang="0">
                <a:pos x="1806" y="2209"/>
              </a:cxn>
              <a:cxn ang="0">
                <a:pos x="1644" y="2106"/>
              </a:cxn>
              <a:cxn ang="0">
                <a:pos x="1277" y="2209"/>
              </a:cxn>
              <a:cxn ang="0">
                <a:pos x="1473" y="2209"/>
              </a:cxn>
              <a:cxn ang="0">
                <a:pos x="1313" y="2106"/>
              </a:cxn>
              <a:cxn ang="0">
                <a:pos x="226" y="2059"/>
              </a:cxn>
              <a:cxn ang="0">
                <a:pos x="754" y="2022"/>
              </a:cxn>
              <a:cxn ang="0">
                <a:pos x="1630" y="1885"/>
              </a:cxn>
              <a:cxn ang="0">
                <a:pos x="1630" y="2005"/>
              </a:cxn>
              <a:cxn ang="0">
                <a:pos x="1809" y="1921"/>
              </a:cxn>
              <a:cxn ang="0">
                <a:pos x="1297" y="1885"/>
              </a:cxn>
              <a:cxn ang="0">
                <a:pos x="1297" y="2005"/>
              </a:cxn>
              <a:cxn ang="0">
                <a:pos x="1476" y="1921"/>
              </a:cxn>
              <a:cxn ang="0">
                <a:pos x="243" y="1711"/>
              </a:cxn>
              <a:cxn ang="0">
                <a:pos x="267" y="1813"/>
              </a:cxn>
              <a:cxn ang="0">
                <a:pos x="737" y="1722"/>
              </a:cxn>
              <a:cxn ang="0">
                <a:pos x="1610" y="1681"/>
              </a:cxn>
              <a:cxn ang="0">
                <a:pos x="1770" y="1784"/>
              </a:cxn>
              <a:cxn ang="0">
                <a:pos x="1798" y="1669"/>
              </a:cxn>
              <a:cxn ang="0">
                <a:pos x="1277" y="1681"/>
              </a:cxn>
              <a:cxn ang="0">
                <a:pos x="1439" y="1784"/>
              </a:cxn>
              <a:cxn ang="0">
                <a:pos x="1465" y="1669"/>
              </a:cxn>
              <a:cxn ang="0">
                <a:pos x="214" y="1477"/>
              </a:cxn>
              <a:cxn ang="0">
                <a:pos x="718" y="1547"/>
              </a:cxn>
              <a:cxn ang="0">
                <a:pos x="695" y="1444"/>
              </a:cxn>
              <a:cxn ang="0">
                <a:pos x="1607" y="1521"/>
              </a:cxn>
              <a:cxn ang="0">
                <a:pos x="1798" y="1549"/>
              </a:cxn>
              <a:cxn ang="0">
                <a:pos x="1770" y="1434"/>
              </a:cxn>
              <a:cxn ang="0">
                <a:pos x="1274" y="1521"/>
              </a:cxn>
              <a:cxn ang="0">
                <a:pos x="1465" y="1549"/>
              </a:cxn>
              <a:cxn ang="0">
                <a:pos x="1439" y="1434"/>
              </a:cxn>
              <a:cxn ang="0">
                <a:pos x="1954" y="1320"/>
              </a:cxn>
              <a:cxn ang="0">
                <a:pos x="1901" y="2625"/>
              </a:cxn>
              <a:cxn ang="0">
                <a:pos x="1786" y="2340"/>
              </a:cxn>
              <a:cxn ang="0">
                <a:pos x="1212" y="2629"/>
              </a:cxn>
              <a:cxn ang="0">
                <a:pos x="1120" y="1343"/>
              </a:cxn>
              <a:cxn ang="0">
                <a:pos x="243" y="1186"/>
              </a:cxn>
              <a:cxn ang="0">
                <a:pos x="267" y="1289"/>
              </a:cxn>
              <a:cxn ang="0">
                <a:pos x="737" y="1197"/>
              </a:cxn>
              <a:cxn ang="0">
                <a:pos x="214" y="954"/>
              </a:cxn>
              <a:cxn ang="0">
                <a:pos x="718" y="1023"/>
              </a:cxn>
              <a:cxn ang="0">
                <a:pos x="695" y="920"/>
              </a:cxn>
              <a:cxn ang="0">
                <a:pos x="534" y="484"/>
              </a:cxn>
              <a:cxn ang="0">
                <a:pos x="712" y="591"/>
              </a:cxn>
              <a:cxn ang="0">
                <a:pos x="822" y="745"/>
              </a:cxn>
              <a:cxn ang="0">
                <a:pos x="952" y="854"/>
              </a:cxn>
              <a:cxn ang="0">
                <a:pos x="919" y="2615"/>
              </a:cxn>
              <a:cxn ang="0">
                <a:pos x="601" y="2293"/>
              </a:cxn>
              <a:cxn ang="0">
                <a:pos x="271" y="2629"/>
              </a:cxn>
              <a:cxn ang="0">
                <a:pos x="3" y="2558"/>
              </a:cxn>
              <a:cxn ang="0">
                <a:pos x="77" y="791"/>
              </a:cxn>
              <a:cxn ang="0">
                <a:pos x="193" y="671"/>
              </a:cxn>
              <a:cxn ang="0">
                <a:pos x="302" y="515"/>
              </a:cxn>
              <a:cxn ang="0">
                <a:pos x="466" y="17"/>
              </a:cxn>
            </a:cxnLst>
            <a:rect l="0" t="0" r="r" b="b"/>
            <a:pathLst>
              <a:path w="1967" h="2629">
                <a:moveTo>
                  <a:pt x="1313" y="2330"/>
                </a:moveTo>
                <a:lnTo>
                  <a:pt x="1297" y="2333"/>
                </a:lnTo>
                <a:lnTo>
                  <a:pt x="1285" y="2341"/>
                </a:lnTo>
                <a:lnTo>
                  <a:pt x="1277" y="2354"/>
                </a:lnTo>
                <a:lnTo>
                  <a:pt x="1274" y="2369"/>
                </a:lnTo>
                <a:lnTo>
                  <a:pt x="1274" y="2418"/>
                </a:lnTo>
                <a:lnTo>
                  <a:pt x="1277" y="2432"/>
                </a:lnTo>
                <a:lnTo>
                  <a:pt x="1285" y="2444"/>
                </a:lnTo>
                <a:lnTo>
                  <a:pt x="1297" y="2453"/>
                </a:lnTo>
                <a:lnTo>
                  <a:pt x="1313" y="2456"/>
                </a:lnTo>
                <a:lnTo>
                  <a:pt x="1439" y="2456"/>
                </a:lnTo>
                <a:lnTo>
                  <a:pt x="1453" y="2453"/>
                </a:lnTo>
                <a:lnTo>
                  <a:pt x="1465" y="2444"/>
                </a:lnTo>
                <a:lnTo>
                  <a:pt x="1473" y="2432"/>
                </a:lnTo>
                <a:lnTo>
                  <a:pt x="1476" y="2418"/>
                </a:lnTo>
                <a:lnTo>
                  <a:pt x="1476" y="2369"/>
                </a:lnTo>
                <a:lnTo>
                  <a:pt x="1473" y="2354"/>
                </a:lnTo>
                <a:lnTo>
                  <a:pt x="1465" y="2341"/>
                </a:lnTo>
                <a:lnTo>
                  <a:pt x="1453" y="2333"/>
                </a:lnTo>
                <a:lnTo>
                  <a:pt x="1439" y="2330"/>
                </a:lnTo>
                <a:lnTo>
                  <a:pt x="1313" y="2330"/>
                </a:lnTo>
                <a:close/>
                <a:moveTo>
                  <a:pt x="1644" y="2106"/>
                </a:moveTo>
                <a:lnTo>
                  <a:pt x="1630" y="2109"/>
                </a:lnTo>
                <a:lnTo>
                  <a:pt x="1618" y="2117"/>
                </a:lnTo>
                <a:lnTo>
                  <a:pt x="1610" y="2129"/>
                </a:lnTo>
                <a:lnTo>
                  <a:pt x="1607" y="2145"/>
                </a:lnTo>
                <a:lnTo>
                  <a:pt x="1607" y="2193"/>
                </a:lnTo>
                <a:lnTo>
                  <a:pt x="1610" y="2209"/>
                </a:lnTo>
                <a:lnTo>
                  <a:pt x="1618" y="2221"/>
                </a:lnTo>
                <a:lnTo>
                  <a:pt x="1630" y="2229"/>
                </a:lnTo>
                <a:lnTo>
                  <a:pt x="1644" y="2232"/>
                </a:lnTo>
                <a:lnTo>
                  <a:pt x="1770" y="2232"/>
                </a:lnTo>
                <a:lnTo>
                  <a:pt x="1786" y="2229"/>
                </a:lnTo>
                <a:lnTo>
                  <a:pt x="1798" y="2221"/>
                </a:lnTo>
                <a:lnTo>
                  <a:pt x="1806" y="2209"/>
                </a:lnTo>
                <a:lnTo>
                  <a:pt x="1809" y="2193"/>
                </a:lnTo>
                <a:lnTo>
                  <a:pt x="1809" y="2145"/>
                </a:lnTo>
                <a:lnTo>
                  <a:pt x="1806" y="2129"/>
                </a:lnTo>
                <a:lnTo>
                  <a:pt x="1798" y="2117"/>
                </a:lnTo>
                <a:lnTo>
                  <a:pt x="1786" y="2109"/>
                </a:lnTo>
                <a:lnTo>
                  <a:pt x="1770" y="2106"/>
                </a:lnTo>
                <a:lnTo>
                  <a:pt x="1644" y="2106"/>
                </a:lnTo>
                <a:close/>
                <a:moveTo>
                  <a:pt x="1313" y="2106"/>
                </a:moveTo>
                <a:lnTo>
                  <a:pt x="1297" y="2109"/>
                </a:lnTo>
                <a:lnTo>
                  <a:pt x="1285" y="2117"/>
                </a:lnTo>
                <a:lnTo>
                  <a:pt x="1277" y="2129"/>
                </a:lnTo>
                <a:lnTo>
                  <a:pt x="1274" y="2145"/>
                </a:lnTo>
                <a:lnTo>
                  <a:pt x="1274" y="2193"/>
                </a:lnTo>
                <a:lnTo>
                  <a:pt x="1277" y="2209"/>
                </a:lnTo>
                <a:lnTo>
                  <a:pt x="1285" y="2221"/>
                </a:lnTo>
                <a:lnTo>
                  <a:pt x="1297" y="2229"/>
                </a:lnTo>
                <a:lnTo>
                  <a:pt x="1313" y="2232"/>
                </a:lnTo>
                <a:lnTo>
                  <a:pt x="1439" y="2232"/>
                </a:lnTo>
                <a:lnTo>
                  <a:pt x="1453" y="2229"/>
                </a:lnTo>
                <a:lnTo>
                  <a:pt x="1465" y="2221"/>
                </a:lnTo>
                <a:lnTo>
                  <a:pt x="1473" y="2209"/>
                </a:lnTo>
                <a:lnTo>
                  <a:pt x="1476" y="2193"/>
                </a:lnTo>
                <a:lnTo>
                  <a:pt x="1476" y="2145"/>
                </a:lnTo>
                <a:lnTo>
                  <a:pt x="1473" y="2129"/>
                </a:lnTo>
                <a:lnTo>
                  <a:pt x="1465" y="2117"/>
                </a:lnTo>
                <a:lnTo>
                  <a:pt x="1453" y="2109"/>
                </a:lnTo>
                <a:lnTo>
                  <a:pt x="1439" y="2106"/>
                </a:lnTo>
                <a:lnTo>
                  <a:pt x="1313" y="2106"/>
                </a:lnTo>
                <a:close/>
                <a:moveTo>
                  <a:pt x="267" y="1968"/>
                </a:moveTo>
                <a:lnTo>
                  <a:pt x="243" y="1972"/>
                </a:lnTo>
                <a:lnTo>
                  <a:pt x="226" y="1983"/>
                </a:lnTo>
                <a:lnTo>
                  <a:pt x="214" y="2002"/>
                </a:lnTo>
                <a:lnTo>
                  <a:pt x="209" y="2022"/>
                </a:lnTo>
                <a:lnTo>
                  <a:pt x="214" y="2042"/>
                </a:lnTo>
                <a:lnTo>
                  <a:pt x="226" y="2059"/>
                </a:lnTo>
                <a:lnTo>
                  <a:pt x="243" y="2070"/>
                </a:lnTo>
                <a:lnTo>
                  <a:pt x="267" y="2075"/>
                </a:lnTo>
                <a:lnTo>
                  <a:pt x="695" y="2075"/>
                </a:lnTo>
                <a:lnTo>
                  <a:pt x="718" y="2070"/>
                </a:lnTo>
                <a:lnTo>
                  <a:pt x="737" y="2059"/>
                </a:lnTo>
                <a:lnTo>
                  <a:pt x="749" y="2042"/>
                </a:lnTo>
                <a:lnTo>
                  <a:pt x="754" y="2022"/>
                </a:lnTo>
                <a:lnTo>
                  <a:pt x="749" y="2002"/>
                </a:lnTo>
                <a:lnTo>
                  <a:pt x="737" y="1983"/>
                </a:lnTo>
                <a:lnTo>
                  <a:pt x="718" y="1972"/>
                </a:lnTo>
                <a:lnTo>
                  <a:pt x="695" y="1968"/>
                </a:lnTo>
                <a:lnTo>
                  <a:pt x="267" y="1968"/>
                </a:lnTo>
                <a:close/>
                <a:moveTo>
                  <a:pt x="1644" y="1882"/>
                </a:moveTo>
                <a:lnTo>
                  <a:pt x="1630" y="1885"/>
                </a:lnTo>
                <a:lnTo>
                  <a:pt x="1618" y="1893"/>
                </a:lnTo>
                <a:lnTo>
                  <a:pt x="1610" y="1905"/>
                </a:lnTo>
                <a:lnTo>
                  <a:pt x="1607" y="1921"/>
                </a:lnTo>
                <a:lnTo>
                  <a:pt x="1607" y="1969"/>
                </a:lnTo>
                <a:lnTo>
                  <a:pt x="1610" y="1985"/>
                </a:lnTo>
                <a:lnTo>
                  <a:pt x="1618" y="1997"/>
                </a:lnTo>
                <a:lnTo>
                  <a:pt x="1630" y="2005"/>
                </a:lnTo>
                <a:lnTo>
                  <a:pt x="1644" y="2008"/>
                </a:lnTo>
                <a:lnTo>
                  <a:pt x="1770" y="2008"/>
                </a:lnTo>
                <a:lnTo>
                  <a:pt x="1786" y="2005"/>
                </a:lnTo>
                <a:lnTo>
                  <a:pt x="1798" y="1997"/>
                </a:lnTo>
                <a:lnTo>
                  <a:pt x="1806" y="1985"/>
                </a:lnTo>
                <a:lnTo>
                  <a:pt x="1809" y="1969"/>
                </a:lnTo>
                <a:lnTo>
                  <a:pt x="1809" y="1921"/>
                </a:lnTo>
                <a:lnTo>
                  <a:pt x="1806" y="1905"/>
                </a:lnTo>
                <a:lnTo>
                  <a:pt x="1798" y="1893"/>
                </a:lnTo>
                <a:lnTo>
                  <a:pt x="1786" y="1885"/>
                </a:lnTo>
                <a:lnTo>
                  <a:pt x="1770" y="1882"/>
                </a:lnTo>
                <a:lnTo>
                  <a:pt x="1644" y="1882"/>
                </a:lnTo>
                <a:close/>
                <a:moveTo>
                  <a:pt x="1313" y="1882"/>
                </a:moveTo>
                <a:lnTo>
                  <a:pt x="1297" y="1885"/>
                </a:lnTo>
                <a:lnTo>
                  <a:pt x="1285" y="1893"/>
                </a:lnTo>
                <a:lnTo>
                  <a:pt x="1277" y="1905"/>
                </a:lnTo>
                <a:lnTo>
                  <a:pt x="1274" y="1921"/>
                </a:lnTo>
                <a:lnTo>
                  <a:pt x="1274" y="1969"/>
                </a:lnTo>
                <a:lnTo>
                  <a:pt x="1277" y="1985"/>
                </a:lnTo>
                <a:lnTo>
                  <a:pt x="1285" y="1997"/>
                </a:lnTo>
                <a:lnTo>
                  <a:pt x="1297" y="2005"/>
                </a:lnTo>
                <a:lnTo>
                  <a:pt x="1313" y="2008"/>
                </a:lnTo>
                <a:lnTo>
                  <a:pt x="1439" y="2008"/>
                </a:lnTo>
                <a:lnTo>
                  <a:pt x="1453" y="2005"/>
                </a:lnTo>
                <a:lnTo>
                  <a:pt x="1465" y="1997"/>
                </a:lnTo>
                <a:lnTo>
                  <a:pt x="1473" y="1985"/>
                </a:lnTo>
                <a:lnTo>
                  <a:pt x="1476" y="1969"/>
                </a:lnTo>
                <a:lnTo>
                  <a:pt x="1476" y="1921"/>
                </a:lnTo>
                <a:lnTo>
                  <a:pt x="1473" y="1905"/>
                </a:lnTo>
                <a:lnTo>
                  <a:pt x="1465" y="1893"/>
                </a:lnTo>
                <a:lnTo>
                  <a:pt x="1453" y="1885"/>
                </a:lnTo>
                <a:lnTo>
                  <a:pt x="1439" y="1882"/>
                </a:lnTo>
                <a:lnTo>
                  <a:pt x="1313" y="1882"/>
                </a:lnTo>
                <a:close/>
                <a:moveTo>
                  <a:pt x="267" y="1706"/>
                </a:moveTo>
                <a:lnTo>
                  <a:pt x="243" y="1711"/>
                </a:lnTo>
                <a:lnTo>
                  <a:pt x="226" y="1722"/>
                </a:lnTo>
                <a:lnTo>
                  <a:pt x="214" y="1739"/>
                </a:lnTo>
                <a:lnTo>
                  <a:pt x="209" y="1759"/>
                </a:lnTo>
                <a:lnTo>
                  <a:pt x="214" y="1779"/>
                </a:lnTo>
                <a:lnTo>
                  <a:pt x="226" y="1798"/>
                </a:lnTo>
                <a:lnTo>
                  <a:pt x="243" y="1809"/>
                </a:lnTo>
                <a:lnTo>
                  <a:pt x="267" y="1813"/>
                </a:lnTo>
                <a:lnTo>
                  <a:pt x="695" y="1813"/>
                </a:lnTo>
                <a:lnTo>
                  <a:pt x="718" y="1809"/>
                </a:lnTo>
                <a:lnTo>
                  <a:pt x="737" y="1798"/>
                </a:lnTo>
                <a:lnTo>
                  <a:pt x="749" y="1779"/>
                </a:lnTo>
                <a:lnTo>
                  <a:pt x="754" y="1759"/>
                </a:lnTo>
                <a:lnTo>
                  <a:pt x="749" y="1739"/>
                </a:lnTo>
                <a:lnTo>
                  <a:pt x="737" y="1722"/>
                </a:lnTo>
                <a:lnTo>
                  <a:pt x="718" y="1711"/>
                </a:lnTo>
                <a:lnTo>
                  <a:pt x="695" y="1706"/>
                </a:lnTo>
                <a:lnTo>
                  <a:pt x="267" y="1706"/>
                </a:lnTo>
                <a:close/>
                <a:moveTo>
                  <a:pt x="1644" y="1658"/>
                </a:moveTo>
                <a:lnTo>
                  <a:pt x="1630" y="1661"/>
                </a:lnTo>
                <a:lnTo>
                  <a:pt x="1618" y="1669"/>
                </a:lnTo>
                <a:lnTo>
                  <a:pt x="1610" y="1681"/>
                </a:lnTo>
                <a:lnTo>
                  <a:pt x="1607" y="1697"/>
                </a:lnTo>
                <a:lnTo>
                  <a:pt x="1607" y="1745"/>
                </a:lnTo>
                <a:lnTo>
                  <a:pt x="1610" y="1761"/>
                </a:lnTo>
                <a:lnTo>
                  <a:pt x="1618" y="1773"/>
                </a:lnTo>
                <a:lnTo>
                  <a:pt x="1630" y="1781"/>
                </a:lnTo>
                <a:lnTo>
                  <a:pt x="1644" y="1784"/>
                </a:lnTo>
                <a:lnTo>
                  <a:pt x="1770" y="1784"/>
                </a:lnTo>
                <a:lnTo>
                  <a:pt x="1786" y="1781"/>
                </a:lnTo>
                <a:lnTo>
                  <a:pt x="1798" y="1773"/>
                </a:lnTo>
                <a:lnTo>
                  <a:pt x="1806" y="1761"/>
                </a:lnTo>
                <a:lnTo>
                  <a:pt x="1809" y="1745"/>
                </a:lnTo>
                <a:lnTo>
                  <a:pt x="1809" y="1697"/>
                </a:lnTo>
                <a:lnTo>
                  <a:pt x="1806" y="1681"/>
                </a:lnTo>
                <a:lnTo>
                  <a:pt x="1798" y="1669"/>
                </a:lnTo>
                <a:lnTo>
                  <a:pt x="1786" y="1661"/>
                </a:lnTo>
                <a:lnTo>
                  <a:pt x="1770" y="1658"/>
                </a:lnTo>
                <a:lnTo>
                  <a:pt x="1644" y="1658"/>
                </a:lnTo>
                <a:close/>
                <a:moveTo>
                  <a:pt x="1313" y="1658"/>
                </a:moveTo>
                <a:lnTo>
                  <a:pt x="1297" y="1661"/>
                </a:lnTo>
                <a:lnTo>
                  <a:pt x="1285" y="1669"/>
                </a:lnTo>
                <a:lnTo>
                  <a:pt x="1277" y="1681"/>
                </a:lnTo>
                <a:lnTo>
                  <a:pt x="1274" y="1697"/>
                </a:lnTo>
                <a:lnTo>
                  <a:pt x="1274" y="1745"/>
                </a:lnTo>
                <a:lnTo>
                  <a:pt x="1277" y="1761"/>
                </a:lnTo>
                <a:lnTo>
                  <a:pt x="1285" y="1773"/>
                </a:lnTo>
                <a:lnTo>
                  <a:pt x="1297" y="1781"/>
                </a:lnTo>
                <a:lnTo>
                  <a:pt x="1313" y="1784"/>
                </a:lnTo>
                <a:lnTo>
                  <a:pt x="1439" y="1784"/>
                </a:lnTo>
                <a:lnTo>
                  <a:pt x="1453" y="1781"/>
                </a:lnTo>
                <a:lnTo>
                  <a:pt x="1465" y="1773"/>
                </a:lnTo>
                <a:lnTo>
                  <a:pt x="1473" y="1761"/>
                </a:lnTo>
                <a:lnTo>
                  <a:pt x="1476" y="1745"/>
                </a:lnTo>
                <a:lnTo>
                  <a:pt x="1476" y="1697"/>
                </a:lnTo>
                <a:lnTo>
                  <a:pt x="1473" y="1681"/>
                </a:lnTo>
                <a:lnTo>
                  <a:pt x="1465" y="1669"/>
                </a:lnTo>
                <a:lnTo>
                  <a:pt x="1453" y="1661"/>
                </a:lnTo>
                <a:lnTo>
                  <a:pt x="1439" y="1658"/>
                </a:lnTo>
                <a:lnTo>
                  <a:pt x="1313" y="1658"/>
                </a:lnTo>
                <a:close/>
                <a:moveTo>
                  <a:pt x="267" y="1444"/>
                </a:moveTo>
                <a:lnTo>
                  <a:pt x="243" y="1449"/>
                </a:lnTo>
                <a:lnTo>
                  <a:pt x="226" y="1460"/>
                </a:lnTo>
                <a:lnTo>
                  <a:pt x="214" y="1477"/>
                </a:lnTo>
                <a:lnTo>
                  <a:pt x="209" y="1497"/>
                </a:lnTo>
                <a:lnTo>
                  <a:pt x="214" y="1518"/>
                </a:lnTo>
                <a:lnTo>
                  <a:pt x="226" y="1536"/>
                </a:lnTo>
                <a:lnTo>
                  <a:pt x="243" y="1547"/>
                </a:lnTo>
                <a:lnTo>
                  <a:pt x="267" y="1552"/>
                </a:lnTo>
                <a:lnTo>
                  <a:pt x="695" y="1552"/>
                </a:lnTo>
                <a:lnTo>
                  <a:pt x="718" y="1547"/>
                </a:lnTo>
                <a:lnTo>
                  <a:pt x="737" y="1536"/>
                </a:lnTo>
                <a:lnTo>
                  <a:pt x="749" y="1518"/>
                </a:lnTo>
                <a:lnTo>
                  <a:pt x="754" y="1497"/>
                </a:lnTo>
                <a:lnTo>
                  <a:pt x="749" y="1477"/>
                </a:lnTo>
                <a:lnTo>
                  <a:pt x="737" y="1460"/>
                </a:lnTo>
                <a:lnTo>
                  <a:pt x="718" y="1449"/>
                </a:lnTo>
                <a:lnTo>
                  <a:pt x="695" y="1444"/>
                </a:lnTo>
                <a:lnTo>
                  <a:pt x="267" y="1444"/>
                </a:lnTo>
                <a:close/>
                <a:moveTo>
                  <a:pt x="1644" y="1434"/>
                </a:moveTo>
                <a:lnTo>
                  <a:pt x="1630" y="1437"/>
                </a:lnTo>
                <a:lnTo>
                  <a:pt x="1618" y="1444"/>
                </a:lnTo>
                <a:lnTo>
                  <a:pt x="1610" y="1457"/>
                </a:lnTo>
                <a:lnTo>
                  <a:pt x="1607" y="1473"/>
                </a:lnTo>
                <a:lnTo>
                  <a:pt x="1607" y="1521"/>
                </a:lnTo>
                <a:lnTo>
                  <a:pt x="1610" y="1536"/>
                </a:lnTo>
                <a:lnTo>
                  <a:pt x="1618" y="1549"/>
                </a:lnTo>
                <a:lnTo>
                  <a:pt x="1630" y="1557"/>
                </a:lnTo>
                <a:lnTo>
                  <a:pt x="1644" y="1560"/>
                </a:lnTo>
                <a:lnTo>
                  <a:pt x="1770" y="1560"/>
                </a:lnTo>
                <a:lnTo>
                  <a:pt x="1786" y="1557"/>
                </a:lnTo>
                <a:lnTo>
                  <a:pt x="1798" y="1549"/>
                </a:lnTo>
                <a:lnTo>
                  <a:pt x="1806" y="1536"/>
                </a:lnTo>
                <a:lnTo>
                  <a:pt x="1809" y="1521"/>
                </a:lnTo>
                <a:lnTo>
                  <a:pt x="1809" y="1473"/>
                </a:lnTo>
                <a:lnTo>
                  <a:pt x="1806" y="1457"/>
                </a:lnTo>
                <a:lnTo>
                  <a:pt x="1798" y="1444"/>
                </a:lnTo>
                <a:lnTo>
                  <a:pt x="1786" y="1437"/>
                </a:lnTo>
                <a:lnTo>
                  <a:pt x="1770" y="1434"/>
                </a:lnTo>
                <a:lnTo>
                  <a:pt x="1644" y="1434"/>
                </a:lnTo>
                <a:close/>
                <a:moveTo>
                  <a:pt x="1313" y="1434"/>
                </a:moveTo>
                <a:lnTo>
                  <a:pt x="1297" y="1437"/>
                </a:lnTo>
                <a:lnTo>
                  <a:pt x="1285" y="1444"/>
                </a:lnTo>
                <a:lnTo>
                  <a:pt x="1277" y="1457"/>
                </a:lnTo>
                <a:lnTo>
                  <a:pt x="1274" y="1473"/>
                </a:lnTo>
                <a:lnTo>
                  <a:pt x="1274" y="1521"/>
                </a:lnTo>
                <a:lnTo>
                  <a:pt x="1277" y="1536"/>
                </a:lnTo>
                <a:lnTo>
                  <a:pt x="1285" y="1549"/>
                </a:lnTo>
                <a:lnTo>
                  <a:pt x="1297" y="1557"/>
                </a:lnTo>
                <a:lnTo>
                  <a:pt x="1313" y="1560"/>
                </a:lnTo>
                <a:lnTo>
                  <a:pt x="1439" y="1560"/>
                </a:lnTo>
                <a:lnTo>
                  <a:pt x="1453" y="1557"/>
                </a:lnTo>
                <a:lnTo>
                  <a:pt x="1465" y="1549"/>
                </a:lnTo>
                <a:lnTo>
                  <a:pt x="1473" y="1536"/>
                </a:lnTo>
                <a:lnTo>
                  <a:pt x="1476" y="1521"/>
                </a:lnTo>
                <a:lnTo>
                  <a:pt x="1476" y="1473"/>
                </a:lnTo>
                <a:lnTo>
                  <a:pt x="1473" y="1457"/>
                </a:lnTo>
                <a:lnTo>
                  <a:pt x="1465" y="1444"/>
                </a:lnTo>
                <a:lnTo>
                  <a:pt x="1453" y="1437"/>
                </a:lnTo>
                <a:lnTo>
                  <a:pt x="1439" y="1434"/>
                </a:lnTo>
                <a:lnTo>
                  <a:pt x="1313" y="1434"/>
                </a:lnTo>
                <a:close/>
                <a:moveTo>
                  <a:pt x="1212" y="1273"/>
                </a:moveTo>
                <a:lnTo>
                  <a:pt x="1872" y="1273"/>
                </a:lnTo>
                <a:lnTo>
                  <a:pt x="1897" y="1276"/>
                </a:lnTo>
                <a:lnTo>
                  <a:pt x="1918" y="1286"/>
                </a:lnTo>
                <a:lnTo>
                  <a:pt x="1939" y="1301"/>
                </a:lnTo>
                <a:lnTo>
                  <a:pt x="1954" y="1320"/>
                </a:lnTo>
                <a:lnTo>
                  <a:pt x="1963" y="1343"/>
                </a:lnTo>
                <a:lnTo>
                  <a:pt x="1967" y="1368"/>
                </a:lnTo>
                <a:lnTo>
                  <a:pt x="1967" y="2534"/>
                </a:lnTo>
                <a:lnTo>
                  <a:pt x="1962" y="2564"/>
                </a:lnTo>
                <a:lnTo>
                  <a:pt x="1948" y="2590"/>
                </a:lnTo>
                <a:lnTo>
                  <a:pt x="1928" y="2611"/>
                </a:lnTo>
                <a:lnTo>
                  <a:pt x="1901" y="2625"/>
                </a:lnTo>
                <a:lnTo>
                  <a:pt x="1872" y="2629"/>
                </a:lnTo>
                <a:lnTo>
                  <a:pt x="1825" y="2629"/>
                </a:lnTo>
                <a:lnTo>
                  <a:pt x="1825" y="2379"/>
                </a:lnTo>
                <a:lnTo>
                  <a:pt x="1822" y="2363"/>
                </a:lnTo>
                <a:lnTo>
                  <a:pt x="1814" y="2351"/>
                </a:lnTo>
                <a:lnTo>
                  <a:pt x="1802" y="2343"/>
                </a:lnTo>
                <a:lnTo>
                  <a:pt x="1786" y="2340"/>
                </a:lnTo>
                <a:lnTo>
                  <a:pt x="1663" y="2340"/>
                </a:lnTo>
                <a:lnTo>
                  <a:pt x="1647" y="2343"/>
                </a:lnTo>
                <a:lnTo>
                  <a:pt x="1635" y="2351"/>
                </a:lnTo>
                <a:lnTo>
                  <a:pt x="1626" y="2363"/>
                </a:lnTo>
                <a:lnTo>
                  <a:pt x="1623" y="2379"/>
                </a:lnTo>
                <a:lnTo>
                  <a:pt x="1623" y="2629"/>
                </a:lnTo>
                <a:lnTo>
                  <a:pt x="1212" y="2629"/>
                </a:lnTo>
                <a:lnTo>
                  <a:pt x="1182" y="2625"/>
                </a:lnTo>
                <a:lnTo>
                  <a:pt x="1155" y="2611"/>
                </a:lnTo>
                <a:lnTo>
                  <a:pt x="1135" y="2590"/>
                </a:lnTo>
                <a:lnTo>
                  <a:pt x="1121" y="2564"/>
                </a:lnTo>
                <a:lnTo>
                  <a:pt x="1117" y="2534"/>
                </a:lnTo>
                <a:lnTo>
                  <a:pt x="1117" y="1368"/>
                </a:lnTo>
                <a:lnTo>
                  <a:pt x="1120" y="1343"/>
                </a:lnTo>
                <a:lnTo>
                  <a:pt x="1129" y="1320"/>
                </a:lnTo>
                <a:lnTo>
                  <a:pt x="1145" y="1301"/>
                </a:lnTo>
                <a:lnTo>
                  <a:pt x="1165" y="1286"/>
                </a:lnTo>
                <a:lnTo>
                  <a:pt x="1187" y="1276"/>
                </a:lnTo>
                <a:lnTo>
                  <a:pt x="1212" y="1273"/>
                </a:lnTo>
                <a:close/>
                <a:moveTo>
                  <a:pt x="267" y="1181"/>
                </a:moveTo>
                <a:lnTo>
                  <a:pt x="243" y="1186"/>
                </a:lnTo>
                <a:lnTo>
                  <a:pt x="226" y="1197"/>
                </a:lnTo>
                <a:lnTo>
                  <a:pt x="214" y="1216"/>
                </a:lnTo>
                <a:lnTo>
                  <a:pt x="209" y="1236"/>
                </a:lnTo>
                <a:lnTo>
                  <a:pt x="214" y="1256"/>
                </a:lnTo>
                <a:lnTo>
                  <a:pt x="226" y="1273"/>
                </a:lnTo>
                <a:lnTo>
                  <a:pt x="243" y="1284"/>
                </a:lnTo>
                <a:lnTo>
                  <a:pt x="267" y="1289"/>
                </a:lnTo>
                <a:lnTo>
                  <a:pt x="695" y="1289"/>
                </a:lnTo>
                <a:lnTo>
                  <a:pt x="718" y="1284"/>
                </a:lnTo>
                <a:lnTo>
                  <a:pt x="737" y="1273"/>
                </a:lnTo>
                <a:lnTo>
                  <a:pt x="749" y="1256"/>
                </a:lnTo>
                <a:lnTo>
                  <a:pt x="754" y="1236"/>
                </a:lnTo>
                <a:lnTo>
                  <a:pt x="749" y="1216"/>
                </a:lnTo>
                <a:lnTo>
                  <a:pt x="737" y="1197"/>
                </a:lnTo>
                <a:lnTo>
                  <a:pt x="718" y="1186"/>
                </a:lnTo>
                <a:lnTo>
                  <a:pt x="695" y="1181"/>
                </a:lnTo>
                <a:lnTo>
                  <a:pt x="267" y="1181"/>
                </a:lnTo>
                <a:close/>
                <a:moveTo>
                  <a:pt x="267" y="920"/>
                </a:moveTo>
                <a:lnTo>
                  <a:pt x="243" y="925"/>
                </a:lnTo>
                <a:lnTo>
                  <a:pt x="226" y="935"/>
                </a:lnTo>
                <a:lnTo>
                  <a:pt x="214" y="954"/>
                </a:lnTo>
                <a:lnTo>
                  <a:pt x="209" y="974"/>
                </a:lnTo>
                <a:lnTo>
                  <a:pt x="214" y="995"/>
                </a:lnTo>
                <a:lnTo>
                  <a:pt x="226" y="1012"/>
                </a:lnTo>
                <a:lnTo>
                  <a:pt x="243" y="1023"/>
                </a:lnTo>
                <a:lnTo>
                  <a:pt x="267" y="1027"/>
                </a:lnTo>
                <a:lnTo>
                  <a:pt x="695" y="1027"/>
                </a:lnTo>
                <a:lnTo>
                  <a:pt x="718" y="1023"/>
                </a:lnTo>
                <a:lnTo>
                  <a:pt x="737" y="1012"/>
                </a:lnTo>
                <a:lnTo>
                  <a:pt x="749" y="995"/>
                </a:lnTo>
                <a:lnTo>
                  <a:pt x="754" y="974"/>
                </a:lnTo>
                <a:lnTo>
                  <a:pt x="749" y="954"/>
                </a:lnTo>
                <a:lnTo>
                  <a:pt x="737" y="935"/>
                </a:lnTo>
                <a:lnTo>
                  <a:pt x="718" y="925"/>
                </a:lnTo>
                <a:lnTo>
                  <a:pt x="695" y="920"/>
                </a:lnTo>
                <a:lnTo>
                  <a:pt x="267" y="920"/>
                </a:lnTo>
                <a:close/>
                <a:moveTo>
                  <a:pt x="483" y="0"/>
                </a:moveTo>
                <a:lnTo>
                  <a:pt x="492" y="4"/>
                </a:lnTo>
                <a:lnTo>
                  <a:pt x="498" y="17"/>
                </a:lnTo>
                <a:lnTo>
                  <a:pt x="505" y="34"/>
                </a:lnTo>
                <a:lnTo>
                  <a:pt x="506" y="57"/>
                </a:lnTo>
                <a:lnTo>
                  <a:pt x="534" y="484"/>
                </a:lnTo>
                <a:lnTo>
                  <a:pt x="576" y="484"/>
                </a:lnTo>
                <a:lnTo>
                  <a:pt x="607" y="487"/>
                </a:lnTo>
                <a:lnTo>
                  <a:pt x="637" y="498"/>
                </a:lnTo>
                <a:lnTo>
                  <a:pt x="664" y="515"/>
                </a:lnTo>
                <a:lnTo>
                  <a:pt x="684" y="535"/>
                </a:lnTo>
                <a:lnTo>
                  <a:pt x="701" y="562"/>
                </a:lnTo>
                <a:lnTo>
                  <a:pt x="712" y="591"/>
                </a:lnTo>
                <a:lnTo>
                  <a:pt x="715" y="622"/>
                </a:lnTo>
                <a:lnTo>
                  <a:pt x="715" y="646"/>
                </a:lnTo>
                <a:lnTo>
                  <a:pt x="744" y="655"/>
                </a:lnTo>
                <a:lnTo>
                  <a:pt x="771" y="671"/>
                </a:lnTo>
                <a:lnTo>
                  <a:pt x="794" y="691"/>
                </a:lnTo>
                <a:lnTo>
                  <a:pt x="811" y="716"/>
                </a:lnTo>
                <a:lnTo>
                  <a:pt x="822" y="745"/>
                </a:lnTo>
                <a:lnTo>
                  <a:pt x="827" y="777"/>
                </a:lnTo>
                <a:lnTo>
                  <a:pt x="829" y="777"/>
                </a:lnTo>
                <a:lnTo>
                  <a:pt x="860" y="780"/>
                </a:lnTo>
                <a:lnTo>
                  <a:pt x="888" y="791"/>
                </a:lnTo>
                <a:lnTo>
                  <a:pt x="914" y="808"/>
                </a:lnTo>
                <a:lnTo>
                  <a:pt x="934" y="828"/>
                </a:lnTo>
                <a:lnTo>
                  <a:pt x="952" y="854"/>
                </a:lnTo>
                <a:lnTo>
                  <a:pt x="962" y="882"/>
                </a:lnTo>
                <a:lnTo>
                  <a:pt x="966" y="914"/>
                </a:lnTo>
                <a:lnTo>
                  <a:pt x="966" y="2533"/>
                </a:lnTo>
                <a:lnTo>
                  <a:pt x="962" y="2558"/>
                </a:lnTo>
                <a:lnTo>
                  <a:pt x="953" y="2581"/>
                </a:lnTo>
                <a:lnTo>
                  <a:pt x="938" y="2600"/>
                </a:lnTo>
                <a:lnTo>
                  <a:pt x="919" y="2615"/>
                </a:lnTo>
                <a:lnTo>
                  <a:pt x="895" y="2625"/>
                </a:lnTo>
                <a:lnTo>
                  <a:pt x="871" y="2628"/>
                </a:lnTo>
                <a:lnTo>
                  <a:pt x="696" y="2628"/>
                </a:lnTo>
                <a:lnTo>
                  <a:pt x="693" y="2629"/>
                </a:lnTo>
                <a:lnTo>
                  <a:pt x="604" y="2629"/>
                </a:lnTo>
                <a:lnTo>
                  <a:pt x="604" y="2298"/>
                </a:lnTo>
                <a:lnTo>
                  <a:pt x="601" y="2293"/>
                </a:lnTo>
                <a:lnTo>
                  <a:pt x="598" y="2290"/>
                </a:lnTo>
                <a:lnTo>
                  <a:pt x="593" y="2287"/>
                </a:lnTo>
                <a:lnTo>
                  <a:pt x="372" y="2287"/>
                </a:lnTo>
                <a:lnTo>
                  <a:pt x="366" y="2293"/>
                </a:lnTo>
                <a:lnTo>
                  <a:pt x="363" y="2298"/>
                </a:lnTo>
                <a:lnTo>
                  <a:pt x="363" y="2629"/>
                </a:lnTo>
                <a:lnTo>
                  <a:pt x="271" y="2629"/>
                </a:lnTo>
                <a:lnTo>
                  <a:pt x="270" y="2628"/>
                </a:lnTo>
                <a:lnTo>
                  <a:pt x="94" y="2628"/>
                </a:lnTo>
                <a:lnTo>
                  <a:pt x="69" y="2625"/>
                </a:lnTo>
                <a:lnTo>
                  <a:pt x="47" y="2615"/>
                </a:lnTo>
                <a:lnTo>
                  <a:pt x="28" y="2600"/>
                </a:lnTo>
                <a:lnTo>
                  <a:pt x="13" y="2581"/>
                </a:lnTo>
                <a:lnTo>
                  <a:pt x="3" y="2558"/>
                </a:lnTo>
                <a:lnTo>
                  <a:pt x="0" y="2533"/>
                </a:lnTo>
                <a:lnTo>
                  <a:pt x="0" y="914"/>
                </a:lnTo>
                <a:lnTo>
                  <a:pt x="3" y="882"/>
                </a:lnTo>
                <a:lnTo>
                  <a:pt x="14" y="854"/>
                </a:lnTo>
                <a:lnTo>
                  <a:pt x="30" y="828"/>
                </a:lnTo>
                <a:lnTo>
                  <a:pt x="52" y="808"/>
                </a:lnTo>
                <a:lnTo>
                  <a:pt x="77" y="791"/>
                </a:lnTo>
                <a:lnTo>
                  <a:pt x="106" y="780"/>
                </a:lnTo>
                <a:lnTo>
                  <a:pt x="137" y="777"/>
                </a:lnTo>
                <a:lnTo>
                  <a:pt x="139" y="777"/>
                </a:lnTo>
                <a:lnTo>
                  <a:pt x="142" y="745"/>
                </a:lnTo>
                <a:lnTo>
                  <a:pt x="154" y="716"/>
                </a:lnTo>
                <a:lnTo>
                  <a:pt x="172" y="691"/>
                </a:lnTo>
                <a:lnTo>
                  <a:pt x="193" y="671"/>
                </a:lnTo>
                <a:lnTo>
                  <a:pt x="220" y="655"/>
                </a:lnTo>
                <a:lnTo>
                  <a:pt x="251" y="646"/>
                </a:lnTo>
                <a:lnTo>
                  <a:pt x="251" y="622"/>
                </a:lnTo>
                <a:lnTo>
                  <a:pt x="254" y="591"/>
                </a:lnTo>
                <a:lnTo>
                  <a:pt x="265" y="562"/>
                </a:lnTo>
                <a:lnTo>
                  <a:pt x="282" y="535"/>
                </a:lnTo>
                <a:lnTo>
                  <a:pt x="302" y="515"/>
                </a:lnTo>
                <a:lnTo>
                  <a:pt x="329" y="498"/>
                </a:lnTo>
                <a:lnTo>
                  <a:pt x="357" y="487"/>
                </a:lnTo>
                <a:lnTo>
                  <a:pt x="388" y="484"/>
                </a:lnTo>
                <a:lnTo>
                  <a:pt x="430" y="484"/>
                </a:lnTo>
                <a:lnTo>
                  <a:pt x="458" y="57"/>
                </a:lnTo>
                <a:lnTo>
                  <a:pt x="460" y="34"/>
                </a:lnTo>
                <a:lnTo>
                  <a:pt x="466" y="17"/>
                </a:lnTo>
                <a:lnTo>
                  <a:pt x="474" y="4"/>
                </a:lnTo>
                <a:lnTo>
                  <a:pt x="483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5" name="Freeform 1707">
            <a:extLst>
              <a:ext uri="{FF2B5EF4-FFF2-40B4-BE49-F238E27FC236}">
                <a16:creationId xmlns:a16="http://schemas.microsoft.com/office/drawing/2014/main" id="{2594C6D2-BD17-B460-FB57-C0E4052822F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258135" y="4087366"/>
            <a:ext cx="231565" cy="227974"/>
          </a:xfrm>
          <a:custGeom>
            <a:avLst/>
            <a:gdLst>
              <a:gd name="T0" fmla="*/ 1778 w 2708"/>
              <a:gd name="T1" fmla="*/ 2439 h 2666"/>
              <a:gd name="T2" fmla="*/ 2008 w 2708"/>
              <a:gd name="T3" fmla="*/ 2211 h 2666"/>
              <a:gd name="T4" fmla="*/ 1387 w 2708"/>
              <a:gd name="T5" fmla="*/ 2211 h 2666"/>
              <a:gd name="T6" fmla="*/ 1616 w 2708"/>
              <a:gd name="T7" fmla="*/ 2439 h 2666"/>
              <a:gd name="T8" fmla="*/ 1387 w 2708"/>
              <a:gd name="T9" fmla="*/ 2211 h 2666"/>
              <a:gd name="T10" fmla="*/ 1024 w 2708"/>
              <a:gd name="T11" fmla="*/ 2439 h 2666"/>
              <a:gd name="T12" fmla="*/ 1254 w 2708"/>
              <a:gd name="T13" fmla="*/ 2211 h 2666"/>
              <a:gd name="T14" fmla="*/ 644 w 2708"/>
              <a:gd name="T15" fmla="*/ 2211 h 2666"/>
              <a:gd name="T16" fmla="*/ 874 w 2708"/>
              <a:gd name="T17" fmla="*/ 2439 h 2666"/>
              <a:gd name="T18" fmla="*/ 644 w 2708"/>
              <a:gd name="T19" fmla="*/ 2211 h 2666"/>
              <a:gd name="T20" fmla="*/ 255 w 2708"/>
              <a:gd name="T21" fmla="*/ 2439 h 2666"/>
              <a:gd name="T22" fmla="*/ 486 w 2708"/>
              <a:gd name="T23" fmla="*/ 2211 h 2666"/>
              <a:gd name="T24" fmla="*/ 2181 w 2708"/>
              <a:gd name="T25" fmla="*/ 1597 h 2666"/>
              <a:gd name="T26" fmla="*/ 2339 w 2708"/>
              <a:gd name="T27" fmla="*/ 1754 h 2666"/>
              <a:gd name="T28" fmla="*/ 2181 w 2708"/>
              <a:gd name="T29" fmla="*/ 1597 h 2666"/>
              <a:gd name="T30" fmla="*/ 1911 w 2708"/>
              <a:gd name="T31" fmla="*/ 1754 h 2666"/>
              <a:gd name="T32" fmla="*/ 2069 w 2708"/>
              <a:gd name="T33" fmla="*/ 1597 h 2666"/>
              <a:gd name="T34" fmla="*/ 1661 w 2708"/>
              <a:gd name="T35" fmla="*/ 1597 h 2666"/>
              <a:gd name="T36" fmla="*/ 1819 w 2708"/>
              <a:gd name="T37" fmla="*/ 1754 h 2666"/>
              <a:gd name="T38" fmla="*/ 1661 w 2708"/>
              <a:gd name="T39" fmla="*/ 1597 h 2666"/>
              <a:gd name="T40" fmla="*/ 1398 w 2708"/>
              <a:gd name="T41" fmla="*/ 1754 h 2666"/>
              <a:gd name="T42" fmla="*/ 1556 w 2708"/>
              <a:gd name="T43" fmla="*/ 1597 h 2666"/>
              <a:gd name="T44" fmla="*/ 1130 w 2708"/>
              <a:gd name="T45" fmla="*/ 1597 h 2666"/>
              <a:gd name="T46" fmla="*/ 1288 w 2708"/>
              <a:gd name="T47" fmla="*/ 1754 h 2666"/>
              <a:gd name="T48" fmla="*/ 1130 w 2708"/>
              <a:gd name="T49" fmla="*/ 1597 h 2666"/>
              <a:gd name="T50" fmla="*/ 2166 w 2708"/>
              <a:gd name="T51" fmla="*/ 0 h 2666"/>
              <a:gd name="T52" fmla="*/ 2418 w 2708"/>
              <a:gd name="T53" fmla="*/ 968 h 2666"/>
              <a:gd name="T54" fmla="*/ 2575 w 2708"/>
              <a:gd name="T55" fmla="*/ 1351 h 2666"/>
              <a:gd name="T56" fmla="*/ 2708 w 2708"/>
              <a:gd name="T57" fmla="*/ 1961 h 2666"/>
              <a:gd name="T58" fmla="*/ 0 w 2708"/>
              <a:gd name="T59" fmla="*/ 2666 h 2666"/>
              <a:gd name="T60" fmla="*/ 845 w 2708"/>
              <a:gd name="T61" fmla="*/ 1961 h 2666"/>
              <a:gd name="T62" fmla="*/ 1088 w 2708"/>
              <a:gd name="T63" fmla="*/ 1351 h 2666"/>
              <a:gd name="T64" fmla="*/ 1392 w 2708"/>
              <a:gd name="T65" fmla="*/ 167 h 2666"/>
              <a:gd name="T66" fmla="*/ 1680 w 2708"/>
              <a:gd name="T67" fmla="*/ 1351 h 2666"/>
              <a:gd name="T68" fmla="*/ 1873 w 2708"/>
              <a:gd name="T69" fmla="*/ 968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08" h="2666">
                <a:moveTo>
                  <a:pt x="1778" y="2211"/>
                </a:moveTo>
                <a:lnTo>
                  <a:pt x="1778" y="2439"/>
                </a:lnTo>
                <a:lnTo>
                  <a:pt x="2008" y="2439"/>
                </a:lnTo>
                <a:lnTo>
                  <a:pt x="2008" y="2211"/>
                </a:lnTo>
                <a:lnTo>
                  <a:pt x="1778" y="2211"/>
                </a:lnTo>
                <a:close/>
                <a:moveTo>
                  <a:pt x="1387" y="2211"/>
                </a:moveTo>
                <a:lnTo>
                  <a:pt x="1387" y="2439"/>
                </a:lnTo>
                <a:lnTo>
                  <a:pt x="1616" y="2439"/>
                </a:lnTo>
                <a:lnTo>
                  <a:pt x="1616" y="2211"/>
                </a:lnTo>
                <a:lnTo>
                  <a:pt x="1387" y="2211"/>
                </a:lnTo>
                <a:close/>
                <a:moveTo>
                  <a:pt x="1024" y="2211"/>
                </a:moveTo>
                <a:lnTo>
                  <a:pt x="1024" y="2439"/>
                </a:lnTo>
                <a:lnTo>
                  <a:pt x="1254" y="2439"/>
                </a:lnTo>
                <a:lnTo>
                  <a:pt x="1254" y="2211"/>
                </a:lnTo>
                <a:lnTo>
                  <a:pt x="1024" y="2211"/>
                </a:lnTo>
                <a:close/>
                <a:moveTo>
                  <a:pt x="644" y="2211"/>
                </a:moveTo>
                <a:lnTo>
                  <a:pt x="644" y="2439"/>
                </a:lnTo>
                <a:lnTo>
                  <a:pt x="874" y="2439"/>
                </a:lnTo>
                <a:lnTo>
                  <a:pt x="874" y="2211"/>
                </a:lnTo>
                <a:lnTo>
                  <a:pt x="644" y="2211"/>
                </a:lnTo>
                <a:close/>
                <a:moveTo>
                  <a:pt x="255" y="2211"/>
                </a:moveTo>
                <a:lnTo>
                  <a:pt x="255" y="2439"/>
                </a:lnTo>
                <a:lnTo>
                  <a:pt x="486" y="2439"/>
                </a:lnTo>
                <a:lnTo>
                  <a:pt x="486" y="2211"/>
                </a:lnTo>
                <a:lnTo>
                  <a:pt x="255" y="2211"/>
                </a:lnTo>
                <a:close/>
                <a:moveTo>
                  <a:pt x="2181" y="1597"/>
                </a:moveTo>
                <a:lnTo>
                  <a:pt x="2181" y="1754"/>
                </a:lnTo>
                <a:lnTo>
                  <a:pt x="2339" y="1754"/>
                </a:lnTo>
                <a:lnTo>
                  <a:pt x="2339" y="1597"/>
                </a:lnTo>
                <a:lnTo>
                  <a:pt x="2181" y="1597"/>
                </a:lnTo>
                <a:close/>
                <a:moveTo>
                  <a:pt x="1911" y="1597"/>
                </a:moveTo>
                <a:lnTo>
                  <a:pt x="1911" y="1754"/>
                </a:lnTo>
                <a:lnTo>
                  <a:pt x="2069" y="1754"/>
                </a:lnTo>
                <a:lnTo>
                  <a:pt x="2069" y="1597"/>
                </a:lnTo>
                <a:lnTo>
                  <a:pt x="1911" y="1597"/>
                </a:lnTo>
                <a:close/>
                <a:moveTo>
                  <a:pt x="1661" y="1597"/>
                </a:moveTo>
                <a:lnTo>
                  <a:pt x="1661" y="1754"/>
                </a:lnTo>
                <a:lnTo>
                  <a:pt x="1819" y="1754"/>
                </a:lnTo>
                <a:lnTo>
                  <a:pt x="1819" y="1597"/>
                </a:lnTo>
                <a:lnTo>
                  <a:pt x="1661" y="1597"/>
                </a:lnTo>
                <a:close/>
                <a:moveTo>
                  <a:pt x="1398" y="1597"/>
                </a:moveTo>
                <a:lnTo>
                  <a:pt x="1398" y="1754"/>
                </a:lnTo>
                <a:lnTo>
                  <a:pt x="1556" y="1754"/>
                </a:lnTo>
                <a:lnTo>
                  <a:pt x="1556" y="1597"/>
                </a:lnTo>
                <a:lnTo>
                  <a:pt x="1398" y="1597"/>
                </a:lnTo>
                <a:close/>
                <a:moveTo>
                  <a:pt x="1130" y="1597"/>
                </a:moveTo>
                <a:lnTo>
                  <a:pt x="1130" y="1754"/>
                </a:lnTo>
                <a:lnTo>
                  <a:pt x="1288" y="1754"/>
                </a:lnTo>
                <a:lnTo>
                  <a:pt x="1288" y="1597"/>
                </a:lnTo>
                <a:lnTo>
                  <a:pt x="1130" y="1597"/>
                </a:lnTo>
                <a:close/>
                <a:moveTo>
                  <a:pt x="1920" y="0"/>
                </a:moveTo>
                <a:lnTo>
                  <a:pt x="2166" y="0"/>
                </a:lnTo>
                <a:lnTo>
                  <a:pt x="2213" y="968"/>
                </a:lnTo>
                <a:lnTo>
                  <a:pt x="2418" y="968"/>
                </a:lnTo>
                <a:lnTo>
                  <a:pt x="2418" y="1351"/>
                </a:lnTo>
                <a:lnTo>
                  <a:pt x="2575" y="1351"/>
                </a:lnTo>
                <a:lnTo>
                  <a:pt x="2575" y="1961"/>
                </a:lnTo>
                <a:lnTo>
                  <a:pt x="2708" y="1961"/>
                </a:lnTo>
                <a:lnTo>
                  <a:pt x="2708" y="2666"/>
                </a:lnTo>
                <a:lnTo>
                  <a:pt x="0" y="2666"/>
                </a:lnTo>
                <a:lnTo>
                  <a:pt x="0" y="1961"/>
                </a:lnTo>
                <a:lnTo>
                  <a:pt x="845" y="1961"/>
                </a:lnTo>
                <a:lnTo>
                  <a:pt x="845" y="1351"/>
                </a:lnTo>
                <a:lnTo>
                  <a:pt x="1088" y="1351"/>
                </a:lnTo>
                <a:lnTo>
                  <a:pt x="1133" y="167"/>
                </a:lnTo>
                <a:lnTo>
                  <a:pt x="1392" y="167"/>
                </a:lnTo>
                <a:lnTo>
                  <a:pt x="1439" y="1351"/>
                </a:lnTo>
                <a:lnTo>
                  <a:pt x="1680" y="1351"/>
                </a:lnTo>
                <a:lnTo>
                  <a:pt x="1680" y="968"/>
                </a:lnTo>
                <a:lnTo>
                  <a:pt x="1873" y="968"/>
                </a:lnTo>
                <a:lnTo>
                  <a:pt x="192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6" name="Freeform 1707">
            <a:extLst>
              <a:ext uri="{FF2B5EF4-FFF2-40B4-BE49-F238E27FC236}">
                <a16:creationId xmlns:a16="http://schemas.microsoft.com/office/drawing/2014/main" id="{A9EBD3AB-C0B9-2F5F-627E-E247B78448F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258135" y="5262116"/>
            <a:ext cx="231565" cy="227974"/>
          </a:xfrm>
          <a:custGeom>
            <a:avLst/>
            <a:gdLst>
              <a:gd name="T0" fmla="*/ 1778 w 2708"/>
              <a:gd name="T1" fmla="*/ 2439 h 2666"/>
              <a:gd name="T2" fmla="*/ 2008 w 2708"/>
              <a:gd name="T3" fmla="*/ 2211 h 2666"/>
              <a:gd name="T4" fmla="*/ 1387 w 2708"/>
              <a:gd name="T5" fmla="*/ 2211 h 2666"/>
              <a:gd name="T6" fmla="*/ 1616 w 2708"/>
              <a:gd name="T7" fmla="*/ 2439 h 2666"/>
              <a:gd name="T8" fmla="*/ 1387 w 2708"/>
              <a:gd name="T9" fmla="*/ 2211 h 2666"/>
              <a:gd name="T10" fmla="*/ 1024 w 2708"/>
              <a:gd name="T11" fmla="*/ 2439 h 2666"/>
              <a:gd name="T12" fmla="*/ 1254 w 2708"/>
              <a:gd name="T13" fmla="*/ 2211 h 2666"/>
              <a:gd name="T14" fmla="*/ 644 w 2708"/>
              <a:gd name="T15" fmla="*/ 2211 h 2666"/>
              <a:gd name="T16" fmla="*/ 874 w 2708"/>
              <a:gd name="T17" fmla="*/ 2439 h 2666"/>
              <a:gd name="T18" fmla="*/ 644 w 2708"/>
              <a:gd name="T19" fmla="*/ 2211 h 2666"/>
              <a:gd name="T20" fmla="*/ 255 w 2708"/>
              <a:gd name="T21" fmla="*/ 2439 h 2666"/>
              <a:gd name="T22" fmla="*/ 486 w 2708"/>
              <a:gd name="T23" fmla="*/ 2211 h 2666"/>
              <a:gd name="T24" fmla="*/ 2181 w 2708"/>
              <a:gd name="T25" fmla="*/ 1597 h 2666"/>
              <a:gd name="T26" fmla="*/ 2339 w 2708"/>
              <a:gd name="T27" fmla="*/ 1754 h 2666"/>
              <a:gd name="T28" fmla="*/ 2181 w 2708"/>
              <a:gd name="T29" fmla="*/ 1597 h 2666"/>
              <a:gd name="T30" fmla="*/ 1911 w 2708"/>
              <a:gd name="T31" fmla="*/ 1754 h 2666"/>
              <a:gd name="T32" fmla="*/ 2069 w 2708"/>
              <a:gd name="T33" fmla="*/ 1597 h 2666"/>
              <a:gd name="T34" fmla="*/ 1661 w 2708"/>
              <a:gd name="T35" fmla="*/ 1597 h 2666"/>
              <a:gd name="T36" fmla="*/ 1819 w 2708"/>
              <a:gd name="T37" fmla="*/ 1754 h 2666"/>
              <a:gd name="T38" fmla="*/ 1661 w 2708"/>
              <a:gd name="T39" fmla="*/ 1597 h 2666"/>
              <a:gd name="T40" fmla="*/ 1398 w 2708"/>
              <a:gd name="T41" fmla="*/ 1754 h 2666"/>
              <a:gd name="T42" fmla="*/ 1556 w 2708"/>
              <a:gd name="T43" fmla="*/ 1597 h 2666"/>
              <a:gd name="T44" fmla="*/ 1130 w 2708"/>
              <a:gd name="T45" fmla="*/ 1597 h 2666"/>
              <a:gd name="T46" fmla="*/ 1288 w 2708"/>
              <a:gd name="T47" fmla="*/ 1754 h 2666"/>
              <a:gd name="T48" fmla="*/ 1130 w 2708"/>
              <a:gd name="T49" fmla="*/ 1597 h 2666"/>
              <a:gd name="T50" fmla="*/ 2166 w 2708"/>
              <a:gd name="T51" fmla="*/ 0 h 2666"/>
              <a:gd name="T52" fmla="*/ 2418 w 2708"/>
              <a:gd name="T53" fmla="*/ 968 h 2666"/>
              <a:gd name="T54" fmla="*/ 2575 w 2708"/>
              <a:gd name="T55" fmla="*/ 1351 h 2666"/>
              <a:gd name="T56" fmla="*/ 2708 w 2708"/>
              <a:gd name="T57" fmla="*/ 1961 h 2666"/>
              <a:gd name="T58" fmla="*/ 0 w 2708"/>
              <a:gd name="T59" fmla="*/ 2666 h 2666"/>
              <a:gd name="T60" fmla="*/ 845 w 2708"/>
              <a:gd name="T61" fmla="*/ 1961 h 2666"/>
              <a:gd name="T62" fmla="*/ 1088 w 2708"/>
              <a:gd name="T63" fmla="*/ 1351 h 2666"/>
              <a:gd name="T64" fmla="*/ 1392 w 2708"/>
              <a:gd name="T65" fmla="*/ 167 h 2666"/>
              <a:gd name="T66" fmla="*/ 1680 w 2708"/>
              <a:gd name="T67" fmla="*/ 1351 h 2666"/>
              <a:gd name="T68" fmla="*/ 1873 w 2708"/>
              <a:gd name="T69" fmla="*/ 968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08" h="2666">
                <a:moveTo>
                  <a:pt x="1778" y="2211"/>
                </a:moveTo>
                <a:lnTo>
                  <a:pt x="1778" y="2439"/>
                </a:lnTo>
                <a:lnTo>
                  <a:pt x="2008" y="2439"/>
                </a:lnTo>
                <a:lnTo>
                  <a:pt x="2008" y="2211"/>
                </a:lnTo>
                <a:lnTo>
                  <a:pt x="1778" y="2211"/>
                </a:lnTo>
                <a:close/>
                <a:moveTo>
                  <a:pt x="1387" y="2211"/>
                </a:moveTo>
                <a:lnTo>
                  <a:pt x="1387" y="2439"/>
                </a:lnTo>
                <a:lnTo>
                  <a:pt x="1616" y="2439"/>
                </a:lnTo>
                <a:lnTo>
                  <a:pt x="1616" y="2211"/>
                </a:lnTo>
                <a:lnTo>
                  <a:pt x="1387" y="2211"/>
                </a:lnTo>
                <a:close/>
                <a:moveTo>
                  <a:pt x="1024" y="2211"/>
                </a:moveTo>
                <a:lnTo>
                  <a:pt x="1024" y="2439"/>
                </a:lnTo>
                <a:lnTo>
                  <a:pt x="1254" y="2439"/>
                </a:lnTo>
                <a:lnTo>
                  <a:pt x="1254" y="2211"/>
                </a:lnTo>
                <a:lnTo>
                  <a:pt x="1024" y="2211"/>
                </a:lnTo>
                <a:close/>
                <a:moveTo>
                  <a:pt x="644" y="2211"/>
                </a:moveTo>
                <a:lnTo>
                  <a:pt x="644" y="2439"/>
                </a:lnTo>
                <a:lnTo>
                  <a:pt x="874" y="2439"/>
                </a:lnTo>
                <a:lnTo>
                  <a:pt x="874" y="2211"/>
                </a:lnTo>
                <a:lnTo>
                  <a:pt x="644" y="2211"/>
                </a:lnTo>
                <a:close/>
                <a:moveTo>
                  <a:pt x="255" y="2211"/>
                </a:moveTo>
                <a:lnTo>
                  <a:pt x="255" y="2439"/>
                </a:lnTo>
                <a:lnTo>
                  <a:pt x="486" y="2439"/>
                </a:lnTo>
                <a:lnTo>
                  <a:pt x="486" y="2211"/>
                </a:lnTo>
                <a:lnTo>
                  <a:pt x="255" y="2211"/>
                </a:lnTo>
                <a:close/>
                <a:moveTo>
                  <a:pt x="2181" y="1597"/>
                </a:moveTo>
                <a:lnTo>
                  <a:pt x="2181" y="1754"/>
                </a:lnTo>
                <a:lnTo>
                  <a:pt x="2339" y="1754"/>
                </a:lnTo>
                <a:lnTo>
                  <a:pt x="2339" y="1597"/>
                </a:lnTo>
                <a:lnTo>
                  <a:pt x="2181" y="1597"/>
                </a:lnTo>
                <a:close/>
                <a:moveTo>
                  <a:pt x="1911" y="1597"/>
                </a:moveTo>
                <a:lnTo>
                  <a:pt x="1911" y="1754"/>
                </a:lnTo>
                <a:lnTo>
                  <a:pt x="2069" y="1754"/>
                </a:lnTo>
                <a:lnTo>
                  <a:pt x="2069" y="1597"/>
                </a:lnTo>
                <a:lnTo>
                  <a:pt x="1911" y="1597"/>
                </a:lnTo>
                <a:close/>
                <a:moveTo>
                  <a:pt x="1661" y="1597"/>
                </a:moveTo>
                <a:lnTo>
                  <a:pt x="1661" y="1754"/>
                </a:lnTo>
                <a:lnTo>
                  <a:pt x="1819" y="1754"/>
                </a:lnTo>
                <a:lnTo>
                  <a:pt x="1819" y="1597"/>
                </a:lnTo>
                <a:lnTo>
                  <a:pt x="1661" y="1597"/>
                </a:lnTo>
                <a:close/>
                <a:moveTo>
                  <a:pt x="1398" y="1597"/>
                </a:moveTo>
                <a:lnTo>
                  <a:pt x="1398" y="1754"/>
                </a:lnTo>
                <a:lnTo>
                  <a:pt x="1556" y="1754"/>
                </a:lnTo>
                <a:lnTo>
                  <a:pt x="1556" y="1597"/>
                </a:lnTo>
                <a:lnTo>
                  <a:pt x="1398" y="1597"/>
                </a:lnTo>
                <a:close/>
                <a:moveTo>
                  <a:pt x="1130" y="1597"/>
                </a:moveTo>
                <a:lnTo>
                  <a:pt x="1130" y="1754"/>
                </a:lnTo>
                <a:lnTo>
                  <a:pt x="1288" y="1754"/>
                </a:lnTo>
                <a:lnTo>
                  <a:pt x="1288" y="1597"/>
                </a:lnTo>
                <a:lnTo>
                  <a:pt x="1130" y="1597"/>
                </a:lnTo>
                <a:close/>
                <a:moveTo>
                  <a:pt x="1920" y="0"/>
                </a:moveTo>
                <a:lnTo>
                  <a:pt x="2166" y="0"/>
                </a:lnTo>
                <a:lnTo>
                  <a:pt x="2213" y="968"/>
                </a:lnTo>
                <a:lnTo>
                  <a:pt x="2418" y="968"/>
                </a:lnTo>
                <a:lnTo>
                  <a:pt x="2418" y="1351"/>
                </a:lnTo>
                <a:lnTo>
                  <a:pt x="2575" y="1351"/>
                </a:lnTo>
                <a:lnTo>
                  <a:pt x="2575" y="1961"/>
                </a:lnTo>
                <a:lnTo>
                  <a:pt x="2708" y="1961"/>
                </a:lnTo>
                <a:lnTo>
                  <a:pt x="2708" y="2666"/>
                </a:lnTo>
                <a:lnTo>
                  <a:pt x="0" y="2666"/>
                </a:lnTo>
                <a:lnTo>
                  <a:pt x="0" y="1961"/>
                </a:lnTo>
                <a:lnTo>
                  <a:pt x="845" y="1961"/>
                </a:lnTo>
                <a:lnTo>
                  <a:pt x="845" y="1351"/>
                </a:lnTo>
                <a:lnTo>
                  <a:pt x="1088" y="1351"/>
                </a:lnTo>
                <a:lnTo>
                  <a:pt x="1133" y="167"/>
                </a:lnTo>
                <a:lnTo>
                  <a:pt x="1392" y="167"/>
                </a:lnTo>
                <a:lnTo>
                  <a:pt x="1439" y="1351"/>
                </a:lnTo>
                <a:lnTo>
                  <a:pt x="1680" y="1351"/>
                </a:lnTo>
                <a:lnTo>
                  <a:pt x="1680" y="968"/>
                </a:lnTo>
                <a:lnTo>
                  <a:pt x="1873" y="968"/>
                </a:lnTo>
                <a:lnTo>
                  <a:pt x="192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67" name="그림 166" descr="폰트, 그래픽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17DB5B3-2970-E9FF-EFAF-DDAE3D3853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3836" b="-898"/>
          <a:stretch/>
        </p:blipFill>
        <p:spPr>
          <a:xfrm>
            <a:off x="7887686" y="4100823"/>
            <a:ext cx="234936" cy="251661"/>
          </a:xfrm>
          <a:prstGeom prst="rect">
            <a:avLst/>
          </a:prstGeom>
        </p:spPr>
      </p:pic>
      <p:sp>
        <p:nvSpPr>
          <p:cNvPr id="171" name="Freeform 3279">
            <a:extLst>
              <a:ext uri="{FF2B5EF4-FFF2-40B4-BE49-F238E27FC236}">
                <a16:creationId xmlns:a16="http://schemas.microsoft.com/office/drawing/2014/main" id="{4C587F42-D6DB-02F3-8E1B-F9936BDB0F3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227230" y="4100580"/>
            <a:ext cx="154357" cy="243465"/>
          </a:xfrm>
          <a:custGeom>
            <a:avLst/>
            <a:gdLst>
              <a:gd name="T0" fmla="*/ 685 w 1761"/>
              <a:gd name="T1" fmla="*/ 2138 h 2776"/>
              <a:gd name="T2" fmla="*/ 1075 w 1761"/>
              <a:gd name="T3" fmla="*/ 2138 h 2776"/>
              <a:gd name="T4" fmla="*/ 1148 w 1761"/>
              <a:gd name="T5" fmla="*/ 1524 h 2776"/>
              <a:gd name="T6" fmla="*/ 1376 w 1761"/>
              <a:gd name="T7" fmla="*/ 1634 h 2776"/>
              <a:gd name="T8" fmla="*/ 1561 w 1761"/>
              <a:gd name="T9" fmla="*/ 1803 h 2776"/>
              <a:gd name="T10" fmla="*/ 1693 w 1761"/>
              <a:gd name="T11" fmla="*/ 2018 h 2776"/>
              <a:gd name="T12" fmla="*/ 1756 w 1761"/>
              <a:gd name="T13" fmla="*/ 2268 h 2776"/>
              <a:gd name="T14" fmla="*/ 1756 w 1761"/>
              <a:gd name="T15" fmla="*/ 2653 h 2776"/>
              <a:gd name="T16" fmla="*/ 1699 w 1761"/>
              <a:gd name="T17" fmla="*/ 2742 h 2776"/>
              <a:gd name="T18" fmla="*/ 1598 w 1761"/>
              <a:gd name="T19" fmla="*/ 2776 h 2776"/>
              <a:gd name="T20" fmla="*/ 91 w 1761"/>
              <a:gd name="T21" fmla="*/ 2760 h 2776"/>
              <a:gd name="T22" fmla="*/ 16 w 1761"/>
              <a:gd name="T23" fmla="*/ 2687 h 2776"/>
              <a:gd name="T24" fmla="*/ 0 w 1761"/>
              <a:gd name="T25" fmla="*/ 2356 h 2776"/>
              <a:gd name="T26" fmla="*/ 39 w 1761"/>
              <a:gd name="T27" fmla="*/ 2097 h 2776"/>
              <a:gd name="T28" fmla="*/ 149 w 1761"/>
              <a:gd name="T29" fmla="*/ 1870 h 2776"/>
              <a:gd name="T30" fmla="*/ 316 w 1761"/>
              <a:gd name="T31" fmla="*/ 1685 h 2776"/>
              <a:gd name="T32" fmla="*/ 533 w 1761"/>
              <a:gd name="T33" fmla="*/ 1553 h 2776"/>
              <a:gd name="T34" fmla="*/ 880 w 1761"/>
              <a:gd name="T35" fmla="*/ 177 h 2776"/>
              <a:gd name="T36" fmla="*/ 669 w 1761"/>
              <a:gd name="T37" fmla="*/ 220 h 2776"/>
              <a:gd name="T38" fmla="*/ 497 w 1761"/>
              <a:gd name="T39" fmla="*/ 335 h 2776"/>
              <a:gd name="T40" fmla="*/ 380 w 1761"/>
              <a:gd name="T41" fmla="*/ 507 h 2776"/>
              <a:gd name="T42" fmla="*/ 338 w 1761"/>
              <a:gd name="T43" fmla="*/ 717 h 2776"/>
              <a:gd name="T44" fmla="*/ 380 w 1761"/>
              <a:gd name="T45" fmla="*/ 926 h 2776"/>
              <a:gd name="T46" fmla="*/ 497 w 1761"/>
              <a:gd name="T47" fmla="*/ 1097 h 2776"/>
              <a:gd name="T48" fmla="*/ 669 w 1761"/>
              <a:gd name="T49" fmla="*/ 1212 h 2776"/>
              <a:gd name="T50" fmla="*/ 880 w 1761"/>
              <a:gd name="T51" fmla="*/ 1254 h 2776"/>
              <a:gd name="T52" fmla="*/ 1091 w 1761"/>
              <a:gd name="T53" fmla="*/ 1212 h 2776"/>
              <a:gd name="T54" fmla="*/ 1264 w 1761"/>
              <a:gd name="T55" fmla="*/ 1097 h 2776"/>
              <a:gd name="T56" fmla="*/ 1379 w 1761"/>
              <a:gd name="T57" fmla="*/ 926 h 2776"/>
              <a:gd name="T58" fmla="*/ 1423 w 1761"/>
              <a:gd name="T59" fmla="*/ 717 h 2776"/>
              <a:gd name="T60" fmla="*/ 1379 w 1761"/>
              <a:gd name="T61" fmla="*/ 507 h 2776"/>
              <a:gd name="T62" fmla="*/ 1264 w 1761"/>
              <a:gd name="T63" fmla="*/ 335 h 2776"/>
              <a:gd name="T64" fmla="*/ 1091 w 1761"/>
              <a:gd name="T65" fmla="*/ 220 h 2776"/>
              <a:gd name="T66" fmla="*/ 880 w 1761"/>
              <a:gd name="T67" fmla="*/ 177 h 2776"/>
              <a:gd name="T68" fmla="*/ 1044 w 1761"/>
              <a:gd name="T69" fmla="*/ 20 h 2776"/>
              <a:gd name="T70" fmla="*/ 1267 w 1761"/>
              <a:gd name="T71" fmla="*/ 112 h 2776"/>
              <a:gd name="T72" fmla="*/ 1442 w 1761"/>
              <a:gd name="T73" fmla="*/ 268 h 2776"/>
              <a:gd name="T74" fmla="*/ 1559 w 1761"/>
              <a:gd name="T75" fmla="*/ 475 h 2776"/>
              <a:gd name="T76" fmla="*/ 1602 w 1761"/>
              <a:gd name="T77" fmla="*/ 717 h 2776"/>
              <a:gd name="T78" fmla="*/ 1559 w 1761"/>
              <a:gd name="T79" fmla="*/ 957 h 2776"/>
              <a:gd name="T80" fmla="*/ 1442 w 1761"/>
              <a:gd name="T81" fmla="*/ 1163 h 2776"/>
              <a:gd name="T82" fmla="*/ 1267 w 1761"/>
              <a:gd name="T83" fmla="*/ 1321 h 2776"/>
              <a:gd name="T84" fmla="*/ 1044 w 1761"/>
              <a:gd name="T85" fmla="*/ 1413 h 2776"/>
              <a:gd name="T86" fmla="*/ 796 w 1761"/>
              <a:gd name="T87" fmla="*/ 1428 h 2776"/>
              <a:gd name="T88" fmla="*/ 563 w 1761"/>
              <a:gd name="T89" fmla="*/ 1360 h 2776"/>
              <a:gd name="T90" fmla="*/ 370 w 1761"/>
              <a:gd name="T91" fmla="*/ 1222 h 2776"/>
              <a:gd name="T92" fmla="*/ 232 w 1761"/>
              <a:gd name="T93" fmla="*/ 1030 h 2776"/>
              <a:gd name="T94" fmla="*/ 164 w 1761"/>
              <a:gd name="T95" fmla="*/ 799 h 2776"/>
              <a:gd name="T96" fmla="*/ 178 w 1761"/>
              <a:gd name="T97" fmla="*/ 553 h 2776"/>
              <a:gd name="T98" fmla="*/ 271 w 1761"/>
              <a:gd name="T99" fmla="*/ 333 h 2776"/>
              <a:gd name="T100" fmla="*/ 430 w 1761"/>
              <a:gd name="T101" fmla="*/ 158 h 2776"/>
              <a:gd name="T102" fmla="*/ 637 w 1761"/>
              <a:gd name="T103" fmla="*/ 43 h 2776"/>
              <a:gd name="T104" fmla="*/ 880 w 1761"/>
              <a:gd name="T10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761" h="2776">
                <a:moveTo>
                  <a:pt x="697" y="1501"/>
                </a:moveTo>
                <a:lnTo>
                  <a:pt x="815" y="1707"/>
                </a:lnTo>
                <a:lnTo>
                  <a:pt x="685" y="2138"/>
                </a:lnTo>
                <a:lnTo>
                  <a:pt x="880" y="2458"/>
                </a:lnTo>
                <a:lnTo>
                  <a:pt x="1075" y="2138"/>
                </a:lnTo>
                <a:lnTo>
                  <a:pt x="1075" y="2138"/>
                </a:lnTo>
                <a:lnTo>
                  <a:pt x="944" y="1707"/>
                </a:lnTo>
                <a:lnTo>
                  <a:pt x="1064" y="1501"/>
                </a:lnTo>
                <a:lnTo>
                  <a:pt x="1148" y="1524"/>
                </a:lnTo>
                <a:lnTo>
                  <a:pt x="1228" y="1553"/>
                </a:lnTo>
                <a:lnTo>
                  <a:pt x="1304" y="1590"/>
                </a:lnTo>
                <a:lnTo>
                  <a:pt x="1376" y="1634"/>
                </a:lnTo>
                <a:lnTo>
                  <a:pt x="1444" y="1685"/>
                </a:lnTo>
                <a:lnTo>
                  <a:pt x="1506" y="1742"/>
                </a:lnTo>
                <a:lnTo>
                  <a:pt x="1561" y="1803"/>
                </a:lnTo>
                <a:lnTo>
                  <a:pt x="1611" y="1870"/>
                </a:lnTo>
                <a:lnTo>
                  <a:pt x="1655" y="1941"/>
                </a:lnTo>
                <a:lnTo>
                  <a:pt x="1693" y="2018"/>
                </a:lnTo>
                <a:lnTo>
                  <a:pt x="1722" y="2097"/>
                </a:lnTo>
                <a:lnTo>
                  <a:pt x="1743" y="2182"/>
                </a:lnTo>
                <a:lnTo>
                  <a:pt x="1756" y="2268"/>
                </a:lnTo>
                <a:lnTo>
                  <a:pt x="1761" y="2356"/>
                </a:lnTo>
                <a:lnTo>
                  <a:pt x="1761" y="2617"/>
                </a:lnTo>
                <a:lnTo>
                  <a:pt x="1756" y="2653"/>
                </a:lnTo>
                <a:lnTo>
                  <a:pt x="1745" y="2687"/>
                </a:lnTo>
                <a:lnTo>
                  <a:pt x="1725" y="2716"/>
                </a:lnTo>
                <a:lnTo>
                  <a:pt x="1699" y="2742"/>
                </a:lnTo>
                <a:lnTo>
                  <a:pt x="1670" y="2760"/>
                </a:lnTo>
                <a:lnTo>
                  <a:pt x="1636" y="2773"/>
                </a:lnTo>
                <a:lnTo>
                  <a:pt x="1598" y="2776"/>
                </a:lnTo>
                <a:lnTo>
                  <a:pt x="160" y="2776"/>
                </a:lnTo>
                <a:lnTo>
                  <a:pt x="125" y="2773"/>
                </a:lnTo>
                <a:lnTo>
                  <a:pt x="91" y="2760"/>
                </a:lnTo>
                <a:lnTo>
                  <a:pt x="60" y="2742"/>
                </a:lnTo>
                <a:lnTo>
                  <a:pt x="35" y="2716"/>
                </a:lnTo>
                <a:lnTo>
                  <a:pt x="16" y="2687"/>
                </a:lnTo>
                <a:lnTo>
                  <a:pt x="4" y="2653"/>
                </a:lnTo>
                <a:lnTo>
                  <a:pt x="0" y="2617"/>
                </a:lnTo>
                <a:lnTo>
                  <a:pt x="0" y="2356"/>
                </a:lnTo>
                <a:lnTo>
                  <a:pt x="4" y="2268"/>
                </a:lnTo>
                <a:lnTo>
                  <a:pt x="17" y="2182"/>
                </a:lnTo>
                <a:lnTo>
                  <a:pt x="39" y="2097"/>
                </a:lnTo>
                <a:lnTo>
                  <a:pt x="68" y="2018"/>
                </a:lnTo>
                <a:lnTo>
                  <a:pt x="105" y="1941"/>
                </a:lnTo>
                <a:lnTo>
                  <a:pt x="149" y="1870"/>
                </a:lnTo>
                <a:lnTo>
                  <a:pt x="199" y="1803"/>
                </a:lnTo>
                <a:lnTo>
                  <a:pt x="255" y="1742"/>
                </a:lnTo>
                <a:lnTo>
                  <a:pt x="316" y="1685"/>
                </a:lnTo>
                <a:lnTo>
                  <a:pt x="385" y="1634"/>
                </a:lnTo>
                <a:lnTo>
                  <a:pt x="456" y="1590"/>
                </a:lnTo>
                <a:lnTo>
                  <a:pt x="533" y="1553"/>
                </a:lnTo>
                <a:lnTo>
                  <a:pt x="612" y="1524"/>
                </a:lnTo>
                <a:lnTo>
                  <a:pt x="697" y="1501"/>
                </a:lnTo>
                <a:close/>
                <a:moveTo>
                  <a:pt x="880" y="177"/>
                </a:moveTo>
                <a:lnTo>
                  <a:pt x="807" y="182"/>
                </a:lnTo>
                <a:lnTo>
                  <a:pt x="736" y="197"/>
                </a:lnTo>
                <a:lnTo>
                  <a:pt x="669" y="220"/>
                </a:lnTo>
                <a:lnTo>
                  <a:pt x="607" y="252"/>
                </a:lnTo>
                <a:lnTo>
                  <a:pt x="549" y="289"/>
                </a:lnTo>
                <a:lnTo>
                  <a:pt x="497" y="335"/>
                </a:lnTo>
                <a:lnTo>
                  <a:pt x="451" y="387"/>
                </a:lnTo>
                <a:lnTo>
                  <a:pt x="412" y="445"/>
                </a:lnTo>
                <a:lnTo>
                  <a:pt x="380" y="507"/>
                </a:lnTo>
                <a:lnTo>
                  <a:pt x="357" y="574"/>
                </a:lnTo>
                <a:lnTo>
                  <a:pt x="342" y="644"/>
                </a:lnTo>
                <a:lnTo>
                  <a:pt x="338" y="717"/>
                </a:lnTo>
                <a:lnTo>
                  <a:pt x="342" y="790"/>
                </a:lnTo>
                <a:lnTo>
                  <a:pt x="357" y="860"/>
                </a:lnTo>
                <a:lnTo>
                  <a:pt x="380" y="926"/>
                </a:lnTo>
                <a:lnTo>
                  <a:pt x="412" y="988"/>
                </a:lnTo>
                <a:lnTo>
                  <a:pt x="451" y="1045"/>
                </a:lnTo>
                <a:lnTo>
                  <a:pt x="497" y="1097"/>
                </a:lnTo>
                <a:lnTo>
                  <a:pt x="549" y="1142"/>
                </a:lnTo>
                <a:lnTo>
                  <a:pt x="607" y="1181"/>
                </a:lnTo>
                <a:lnTo>
                  <a:pt x="669" y="1212"/>
                </a:lnTo>
                <a:lnTo>
                  <a:pt x="736" y="1236"/>
                </a:lnTo>
                <a:lnTo>
                  <a:pt x="807" y="1249"/>
                </a:lnTo>
                <a:lnTo>
                  <a:pt x="880" y="1254"/>
                </a:lnTo>
                <a:lnTo>
                  <a:pt x="953" y="1249"/>
                </a:lnTo>
                <a:lnTo>
                  <a:pt x="1023" y="1236"/>
                </a:lnTo>
                <a:lnTo>
                  <a:pt x="1091" y="1212"/>
                </a:lnTo>
                <a:lnTo>
                  <a:pt x="1153" y="1181"/>
                </a:lnTo>
                <a:lnTo>
                  <a:pt x="1212" y="1142"/>
                </a:lnTo>
                <a:lnTo>
                  <a:pt x="1264" y="1097"/>
                </a:lnTo>
                <a:lnTo>
                  <a:pt x="1309" y="1045"/>
                </a:lnTo>
                <a:lnTo>
                  <a:pt x="1348" y="988"/>
                </a:lnTo>
                <a:lnTo>
                  <a:pt x="1379" y="926"/>
                </a:lnTo>
                <a:lnTo>
                  <a:pt x="1403" y="860"/>
                </a:lnTo>
                <a:lnTo>
                  <a:pt x="1418" y="790"/>
                </a:lnTo>
                <a:lnTo>
                  <a:pt x="1423" y="717"/>
                </a:lnTo>
                <a:lnTo>
                  <a:pt x="1418" y="644"/>
                </a:lnTo>
                <a:lnTo>
                  <a:pt x="1403" y="574"/>
                </a:lnTo>
                <a:lnTo>
                  <a:pt x="1379" y="507"/>
                </a:lnTo>
                <a:lnTo>
                  <a:pt x="1348" y="445"/>
                </a:lnTo>
                <a:lnTo>
                  <a:pt x="1309" y="387"/>
                </a:lnTo>
                <a:lnTo>
                  <a:pt x="1264" y="335"/>
                </a:lnTo>
                <a:lnTo>
                  <a:pt x="1212" y="289"/>
                </a:lnTo>
                <a:lnTo>
                  <a:pt x="1153" y="252"/>
                </a:lnTo>
                <a:lnTo>
                  <a:pt x="1091" y="220"/>
                </a:lnTo>
                <a:lnTo>
                  <a:pt x="1023" y="197"/>
                </a:lnTo>
                <a:lnTo>
                  <a:pt x="953" y="182"/>
                </a:lnTo>
                <a:lnTo>
                  <a:pt x="880" y="177"/>
                </a:lnTo>
                <a:close/>
                <a:moveTo>
                  <a:pt x="880" y="0"/>
                </a:moveTo>
                <a:lnTo>
                  <a:pt x="965" y="5"/>
                </a:lnTo>
                <a:lnTo>
                  <a:pt x="1044" y="20"/>
                </a:lnTo>
                <a:lnTo>
                  <a:pt x="1122" y="43"/>
                </a:lnTo>
                <a:lnTo>
                  <a:pt x="1197" y="73"/>
                </a:lnTo>
                <a:lnTo>
                  <a:pt x="1267" y="112"/>
                </a:lnTo>
                <a:lnTo>
                  <a:pt x="1330" y="158"/>
                </a:lnTo>
                <a:lnTo>
                  <a:pt x="1389" y="210"/>
                </a:lnTo>
                <a:lnTo>
                  <a:pt x="1442" y="268"/>
                </a:lnTo>
                <a:lnTo>
                  <a:pt x="1488" y="333"/>
                </a:lnTo>
                <a:lnTo>
                  <a:pt x="1527" y="402"/>
                </a:lnTo>
                <a:lnTo>
                  <a:pt x="1559" y="475"/>
                </a:lnTo>
                <a:lnTo>
                  <a:pt x="1582" y="553"/>
                </a:lnTo>
                <a:lnTo>
                  <a:pt x="1597" y="632"/>
                </a:lnTo>
                <a:lnTo>
                  <a:pt x="1602" y="717"/>
                </a:lnTo>
                <a:lnTo>
                  <a:pt x="1597" y="799"/>
                </a:lnTo>
                <a:lnTo>
                  <a:pt x="1582" y="881"/>
                </a:lnTo>
                <a:lnTo>
                  <a:pt x="1559" y="957"/>
                </a:lnTo>
                <a:lnTo>
                  <a:pt x="1527" y="1030"/>
                </a:lnTo>
                <a:lnTo>
                  <a:pt x="1488" y="1100"/>
                </a:lnTo>
                <a:lnTo>
                  <a:pt x="1442" y="1163"/>
                </a:lnTo>
                <a:lnTo>
                  <a:pt x="1389" y="1222"/>
                </a:lnTo>
                <a:lnTo>
                  <a:pt x="1330" y="1275"/>
                </a:lnTo>
                <a:lnTo>
                  <a:pt x="1267" y="1321"/>
                </a:lnTo>
                <a:lnTo>
                  <a:pt x="1197" y="1360"/>
                </a:lnTo>
                <a:lnTo>
                  <a:pt x="1122" y="1391"/>
                </a:lnTo>
                <a:lnTo>
                  <a:pt x="1044" y="1413"/>
                </a:lnTo>
                <a:lnTo>
                  <a:pt x="965" y="1428"/>
                </a:lnTo>
                <a:lnTo>
                  <a:pt x="880" y="1433"/>
                </a:lnTo>
                <a:lnTo>
                  <a:pt x="796" y="1428"/>
                </a:lnTo>
                <a:lnTo>
                  <a:pt x="714" y="1413"/>
                </a:lnTo>
                <a:lnTo>
                  <a:pt x="637" y="1391"/>
                </a:lnTo>
                <a:lnTo>
                  <a:pt x="563" y="1360"/>
                </a:lnTo>
                <a:lnTo>
                  <a:pt x="494" y="1321"/>
                </a:lnTo>
                <a:lnTo>
                  <a:pt x="430" y="1275"/>
                </a:lnTo>
                <a:lnTo>
                  <a:pt x="370" y="1222"/>
                </a:lnTo>
                <a:lnTo>
                  <a:pt x="318" y="1163"/>
                </a:lnTo>
                <a:lnTo>
                  <a:pt x="271" y="1100"/>
                </a:lnTo>
                <a:lnTo>
                  <a:pt x="232" y="1030"/>
                </a:lnTo>
                <a:lnTo>
                  <a:pt x="201" y="957"/>
                </a:lnTo>
                <a:lnTo>
                  <a:pt x="178" y="881"/>
                </a:lnTo>
                <a:lnTo>
                  <a:pt x="164" y="799"/>
                </a:lnTo>
                <a:lnTo>
                  <a:pt x="159" y="717"/>
                </a:lnTo>
                <a:lnTo>
                  <a:pt x="164" y="632"/>
                </a:lnTo>
                <a:lnTo>
                  <a:pt x="178" y="553"/>
                </a:lnTo>
                <a:lnTo>
                  <a:pt x="201" y="475"/>
                </a:lnTo>
                <a:lnTo>
                  <a:pt x="232" y="402"/>
                </a:lnTo>
                <a:lnTo>
                  <a:pt x="271" y="333"/>
                </a:lnTo>
                <a:lnTo>
                  <a:pt x="318" y="268"/>
                </a:lnTo>
                <a:lnTo>
                  <a:pt x="370" y="210"/>
                </a:lnTo>
                <a:lnTo>
                  <a:pt x="430" y="158"/>
                </a:lnTo>
                <a:lnTo>
                  <a:pt x="494" y="112"/>
                </a:lnTo>
                <a:lnTo>
                  <a:pt x="563" y="73"/>
                </a:lnTo>
                <a:lnTo>
                  <a:pt x="637" y="43"/>
                </a:lnTo>
                <a:lnTo>
                  <a:pt x="714" y="20"/>
                </a:lnTo>
                <a:lnTo>
                  <a:pt x="796" y="5"/>
                </a:lnTo>
                <a:lnTo>
                  <a:pt x="88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72" name="Freeform 3279">
            <a:extLst>
              <a:ext uri="{FF2B5EF4-FFF2-40B4-BE49-F238E27FC236}">
                <a16:creationId xmlns:a16="http://schemas.microsoft.com/office/drawing/2014/main" id="{58EDBE94-064E-7607-7440-1014CCD949A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9588930" y="5262630"/>
            <a:ext cx="154357" cy="243465"/>
          </a:xfrm>
          <a:custGeom>
            <a:avLst/>
            <a:gdLst>
              <a:gd name="T0" fmla="*/ 685 w 1761"/>
              <a:gd name="T1" fmla="*/ 2138 h 2776"/>
              <a:gd name="T2" fmla="*/ 1075 w 1761"/>
              <a:gd name="T3" fmla="*/ 2138 h 2776"/>
              <a:gd name="T4" fmla="*/ 1148 w 1761"/>
              <a:gd name="T5" fmla="*/ 1524 h 2776"/>
              <a:gd name="T6" fmla="*/ 1376 w 1761"/>
              <a:gd name="T7" fmla="*/ 1634 h 2776"/>
              <a:gd name="T8" fmla="*/ 1561 w 1761"/>
              <a:gd name="T9" fmla="*/ 1803 h 2776"/>
              <a:gd name="T10" fmla="*/ 1693 w 1761"/>
              <a:gd name="T11" fmla="*/ 2018 h 2776"/>
              <a:gd name="T12" fmla="*/ 1756 w 1761"/>
              <a:gd name="T13" fmla="*/ 2268 h 2776"/>
              <a:gd name="T14" fmla="*/ 1756 w 1761"/>
              <a:gd name="T15" fmla="*/ 2653 h 2776"/>
              <a:gd name="T16" fmla="*/ 1699 w 1761"/>
              <a:gd name="T17" fmla="*/ 2742 h 2776"/>
              <a:gd name="T18" fmla="*/ 1598 w 1761"/>
              <a:gd name="T19" fmla="*/ 2776 h 2776"/>
              <a:gd name="T20" fmla="*/ 91 w 1761"/>
              <a:gd name="T21" fmla="*/ 2760 h 2776"/>
              <a:gd name="T22" fmla="*/ 16 w 1761"/>
              <a:gd name="T23" fmla="*/ 2687 h 2776"/>
              <a:gd name="T24" fmla="*/ 0 w 1761"/>
              <a:gd name="T25" fmla="*/ 2356 h 2776"/>
              <a:gd name="T26" fmla="*/ 39 w 1761"/>
              <a:gd name="T27" fmla="*/ 2097 h 2776"/>
              <a:gd name="T28" fmla="*/ 149 w 1761"/>
              <a:gd name="T29" fmla="*/ 1870 h 2776"/>
              <a:gd name="T30" fmla="*/ 316 w 1761"/>
              <a:gd name="T31" fmla="*/ 1685 h 2776"/>
              <a:gd name="T32" fmla="*/ 533 w 1761"/>
              <a:gd name="T33" fmla="*/ 1553 h 2776"/>
              <a:gd name="T34" fmla="*/ 880 w 1761"/>
              <a:gd name="T35" fmla="*/ 177 h 2776"/>
              <a:gd name="T36" fmla="*/ 669 w 1761"/>
              <a:gd name="T37" fmla="*/ 220 h 2776"/>
              <a:gd name="T38" fmla="*/ 497 w 1761"/>
              <a:gd name="T39" fmla="*/ 335 h 2776"/>
              <a:gd name="T40" fmla="*/ 380 w 1761"/>
              <a:gd name="T41" fmla="*/ 507 h 2776"/>
              <a:gd name="T42" fmla="*/ 338 w 1761"/>
              <a:gd name="T43" fmla="*/ 717 h 2776"/>
              <a:gd name="T44" fmla="*/ 380 w 1761"/>
              <a:gd name="T45" fmla="*/ 926 h 2776"/>
              <a:gd name="T46" fmla="*/ 497 w 1761"/>
              <a:gd name="T47" fmla="*/ 1097 h 2776"/>
              <a:gd name="T48" fmla="*/ 669 w 1761"/>
              <a:gd name="T49" fmla="*/ 1212 h 2776"/>
              <a:gd name="T50" fmla="*/ 880 w 1761"/>
              <a:gd name="T51" fmla="*/ 1254 h 2776"/>
              <a:gd name="T52" fmla="*/ 1091 w 1761"/>
              <a:gd name="T53" fmla="*/ 1212 h 2776"/>
              <a:gd name="T54" fmla="*/ 1264 w 1761"/>
              <a:gd name="T55" fmla="*/ 1097 h 2776"/>
              <a:gd name="T56" fmla="*/ 1379 w 1761"/>
              <a:gd name="T57" fmla="*/ 926 h 2776"/>
              <a:gd name="T58" fmla="*/ 1423 w 1761"/>
              <a:gd name="T59" fmla="*/ 717 h 2776"/>
              <a:gd name="T60" fmla="*/ 1379 w 1761"/>
              <a:gd name="T61" fmla="*/ 507 h 2776"/>
              <a:gd name="T62" fmla="*/ 1264 w 1761"/>
              <a:gd name="T63" fmla="*/ 335 h 2776"/>
              <a:gd name="T64" fmla="*/ 1091 w 1761"/>
              <a:gd name="T65" fmla="*/ 220 h 2776"/>
              <a:gd name="T66" fmla="*/ 880 w 1761"/>
              <a:gd name="T67" fmla="*/ 177 h 2776"/>
              <a:gd name="T68" fmla="*/ 1044 w 1761"/>
              <a:gd name="T69" fmla="*/ 20 h 2776"/>
              <a:gd name="T70" fmla="*/ 1267 w 1761"/>
              <a:gd name="T71" fmla="*/ 112 h 2776"/>
              <a:gd name="T72" fmla="*/ 1442 w 1761"/>
              <a:gd name="T73" fmla="*/ 268 h 2776"/>
              <a:gd name="T74" fmla="*/ 1559 w 1761"/>
              <a:gd name="T75" fmla="*/ 475 h 2776"/>
              <a:gd name="T76" fmla="*/ 1602 w 1761"/>
              <a:gd name="T77" fmla="*/ 717 h 2776"/>
              <a:gd name="T78" fmla="*/ 1559 w 1761"/>
              <a:gd name="T79" fmla="*/ 957 h 2776"/>
              <a:gd name="T80" fmla="*/ 1442 w 1761"/>
              <a:gd name="T81" fmla="*/ 1163 h 2776"/>
              <a:gd name="T82" fmla="*/ 1267 w 1761"/>
              <a:gd name="T83" fmla="*/ 1321 h 2776"/>
              <a:gd name="T84" fmla="*/ 1044 w 1761"/>
              <a:gd name="T85" fmla="*/ 1413 h 2776"/>
              <a:gd name="T86" fmla="*/ 796 w 1761"/>
              <a:gd name="T87" fmla="*/ 1428 h 2776"/>
              <a:gd name="T88" fmla="*/ 563 w 1761"/>
              <a:gd name="T89" fmla="*/ 1360 h 2776"/>
              <a:gd name="T90" fmla="*/ 370 w 1761"/>
              <a:gd name="T91" fmla="*/ 1222 h 2776"/>
              <a:gd name="T92" fmla="*/ 232 w 1761"/>
              <a:gd name="T93" fmla="*/ 1030 h 2776"/>
              <a:gd name="T94" fmla="*/ 164 w 1761"/>
              <a:gd name="T95" fmla="*/ 799 h 2776"/>
              <a:gd name="T96" fmla="*/ 178 w 1761"/>
              <a:gd name="T97" fmla="*/ 553 h 2776"/>
              <a:gd name="T98" fmla="*/ 271 w 1761"/>
              <a:gd name="T99" fmla="*/ 333 h 2776"/>
              <a:gd name="T100" fmla="*/ 430 w 1761"/>
              <a:gd name="T101" fmla="*/ 158 h 2776"/>
              <a:gd name="T102" fmla="*/ 637 w 1761"/>
              <a:gd name="T103" fmla="*/ 43 h 2776"/>
              <a:gd name="T104" fmla="*/ 880 w 1761"/>
              <a:gd name="T10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761" h="2776">
                <a:moveTo>
                  <a:pt x="697" y="1501"/>
                </a:moveTo>
                <a:lnTo>
                  <a:pt x="815" y="1707"/>
                </a:lnTo>
                <a:lnTo>
                  <a:pt x="685" y="2138"/>
                </a:lnTo>
                <a:lnTo>
                  <a:pt x="880" y="2458"/>
                </a:lnTo>
                <a:lnTo>
                  <a:pt x="1075" y="2138"/>
                </a:lnTo>
                <a:lnTo>
                  <a:pt x="1075" y="2138"/>
                </a:lnTo>
                <a:lnTo>
                  <a:pt x="944" y="1707"/>
                </a:lnTo>
                <a:lnTo>
                  <a:pt x="1064" y="1501"/>
                </a:lnTo>
                <a:lnTo>
                  <a:pt x="1148" y="1524"/>
                </a:lnTo>
                <a:lnTo>
                  <a:pt x="1228" y="1553"/>
                </a:lnTo>
                <a:lnTo>
                  <a:pt x="1304" y="1590"/>
                </a:lnTo>
                <a:lnTo>
                  <a:pt x="1376" y="1634"/>
                </a:lnTo>
                <a:lnTo>
                  <a:pt x="1444" y="1685"/>
                </a:lnTo>
                <a:lnTo>
                  <a:pt x="1506" y="1742"/>
                </a:lnTo>
                <a:lnTo>
                  <a:pt x="1561" y="1803"/>
                </a:lnTo>
                <a:lnTo>
                  <a:pt x="1611" y="1870"/>
                </a:lnTo>
                <a:lnTo>
                  <a:pt x="1655" y="1941"/>
                </a:lnTo>
                <a:lnTo>
                  <a:pt x="1693" y="2018"/>
                </a:lnTo>
                <a:lnTo>
                  <a:pt x="1722" y="2097"/>
                </a:lnTo>
                <a:lnTo>
                  <a:pt x="1743" y="2182"/>
                </a:lnTo>
                <a:lnTo>
                  <a:pt x="1756" y="2268"/>
                </a:lnTo>
                <a:lnTo>
                  <a:pt x="1761" y="2356"/>
                </a:lnTo>
                <a:lnTo>
                  <a:pt x="1761" y="2617"/>
                </a:lnTo>
                <a:lnTo>
                  <a:pt x="1756" y="2653"/>
                </a:lnTo>
                <a:lnTo>
                  <a:pt x="1745" y="2687"/>
                </a:lnTo>
                <a:lnTo>
                  <a:pt x="1725" y="2716"/>
                </a:lnTo>
                <a:lnTo>
                  <a:pt x="1699" y="2742"/>
                </a:lnTo>
                <a:lnTo>
                  <a:pt x="1670" y="2760"/>
                </a:lnTo>
                <a:lnTo>
                  <a:pt x="1636" y="2773"/>
                </a:lnTo>
                <a:lnTo>
                  <a:pt x="1598" y="2776"/>
                </a:lnTo>
                <a:lnTo>
                  <a:pt x="160" y="2776"/>
                </a:lnTo>
                <a:lnTo>
                  <a:pt x="125" y="2773"/>
                </a:lnTo>
                <a:lnTo>
                  <a:pt x="91" y="2760"/>
                </a:lnTo>
                <a:lnTo>
                  <a:pt x="60" y="2742"/>
                </a:lnTo>
                <a:lnTo>
                  <a:pt x="35" y="2716"/>
                </a:lnTo>
                <a:lnTo>
                  <a:pt x="16" y="2687"/>
                </a:lnTo>
                <a:lnTo>
                  <a:pt x="4" y="2653"/>
                </a:lnTo>
                <a:lnTo>
                  <a:pt x="0" y="2617"/>
                </a:lnTo>
                <a:lnTo>
                  <a:pt x="0" y="2356"/>
                </a:lnTo>
                <a:lnTo>
                  <a:pt x="4" y="2268"/>
                </a:lnTo>
                <a:lnTo>
                  <a:pt x="17" y="2182"/>
                </a:lnTo>
                <a:lnTo>
                  <a:pt x="39" y="2097"/>
                </a:lnTo>
                <a:lnTo>
                  <a:pt x="68" y="2018"/>
                </a:lnTo>
                <a:lnTo>
                  <a:pt x="105" y="1941"/>
                </a:lnTo>
                <a:lnTo>
                  <a:pt x="149" y="1870"/>
                </a:lnTo>
                <a:lnTo>
                  <a:pt x="199" y="1803"/>
                </a:lnTo>
                <a:lnTo>
                  <a:pt x="255" y="1742"/>
                </a:lnTo>
                <a:lnTo>
                  <a:pt x="316" y="1685"/>
                </a:lnTo>
                <a:lnTo>
                  <a:pt x="385" y="1634"/>
                </a:lnTo>
                <a:lnTo>
                  <a:pt x="456" y="1590"/>
                </a:lnTo>
                <a:lnTo>
                  <a:pt x="533" y="1553"/>
                </a:lnTo>
                <a:lnTo>
                  <a:pt x="612" y="1524"/>
                </a:lnTo>
                <a:lnTo>
                  <a:pt x="697" y="1501"/>
                </a:lnTo>
                <a:close/>
                <a:moveTo>
                  <a:pt x="880" y="177"/>
                </a:moveTo>
                <a:lnTo>
                  <a:pt x="807" y="182"/>
                </a:lnTo>
                <a:lnTo>
                  <a:pt x="736" y="197"/>
                </a:lnTo>
                <a:lnTo>
                  <a:pt x="669" y="220"/>
                </a:lnTo>
                <a:lnTo>
                  <a:pt x="607" y="252"/>
                </a:lnTo>
                <a:lnTo>
                  <a:pt x="549" y="289"/>
                </a:lnTo>
                <a:lnTo>
                  <a:pt x="497" y="335"/>
                </a:lnTo>
                <a:lnTo>
                  <a:pt x="451" y="387"/>
                </a:lnTo>
                <a:lnTo>
                  <a:pt x="412" y="445"/>
                </a:lnTo>
                <a:lnTo>
                  <a:pt x="380" y="507"/>
                </a:lnTo>
                <a:lnTo>
                  <a:pt x="357" y="574"/>
                </a:lnTo>
                <a:lnTo>
                  <a:pt x="342" y="644"/>
                </a:lnTo>
                <a:lnTo>
                  <a:pt x="338" y="717"/>
                </a:lnTo>
                <a:lnTo>
                  <a:pt x="342" y="790"/>
                </a:lnTo>
                <a:lnTo>
                  <a:pt x="357" y="860"/>
                </a:lnTo>
                <a:lnTo>
                  <a:pt x="380" y="926"/>
                </a:lnTo>
                <a:lnTo>
                  <a:pt x="412" y="988"/>
                </a:lnTo>
                <a:lnTo>
                  <a:pt x="451" y="1045"/>
                </a:lnTo>
                <a:lnTo>
                  <a:pt x="497" y="1097"/>
                </a:lnTo>
                <a:lnTo>
                  <a:pt x="549" y="1142"/>
                </a:lnTo>
                <a:lnTo>
                  <a:pt x="607" y="1181"/>
                </a:lnTo>
                <a:lnTo>
                  <a:pt x="669" y="1212"/>
                </a:lnTo>
                <a:lnTo>
                  <a:pt x="736" y="1236"/>
                </a:lnTo>
                <a:lnTo>
                  <a:pt x="807" y="1249"/>
                </a:lnTo>
                <a:lnTo>
                  <a:pt x="880" y="1254"/>
                </a:lnTo>
                <a:lnTo>
                  <a:pt x="953" y="1249"/>
                </a:lnTo>
                <a:lnTo>
                  <a:pt x="1023" y="1236"/>
                </a:lnTo>
                <a:lnTo>
                  <a:pt x="1091" y="1212"/>
                </a:lnTo>
                <a:lnTo>
                  <a:pt x="1153" y="1181"/>
                </a:lnTo>
                <a:lnTo>
                  <a:pt x="1212" y="1142"/>
                </a:lnTo>
                <a:lnTo>
                  <a:pt x="1264" y="1097"/>
                </a:lnTo>
                <a:lnTo>
                  <a:pt x="1309" y="1045"/>
                </a:lnTo>
                <a:lnTo>
                  <a:pt x="1348" y="988"/>
                </a:lnTo>
                <a:lnTo>
                  <a:pt x="1379" y="926"/>
                </a:lnTo>
                <a:lnTo>
                  <a:pt x="1403" y="860"/>
                </a:lnTo>
                <a:lnTo>
                  <a:pt x="1418" y="790"/>
                </a:lnTo>
                <a:lnTo>
                  <a:pt x="1423" y="717"/>
                </a:lnTo>
                <a:lnTo>
                  <a:pt x="1418" y="644"/>
                </a:lnTo>
                <a:lnTo>
                  <a:pt x="1403" y="574"/>
                </a:lnTo>
                <a:lnTo>
                  <a:pt x="1379" y="507"/>
                </a:lnTo>
                <a:lnTo>
                  <a:pt x="1348" y="445"/>
                </a:lnTo>
                <a:lnTo>
                  <a:pt x="1309" y="387"/>
                </a:lnTo>
                <a:lnTo>
                  <a:pt x="1264" y="335"/>
                </a:lnTo>
                <a:lnTo>
                  <a:pt x="1212" y="289"/>
                </a:lnTo>
                <a:lnTo>
                  <a:pt x="1153" y="252"/>
                </a:lnTo>
                <a:lnTo>
                  <a:pt x="1091" y="220"/>
                </a:lnTo>
                <a:lnTo>
                  <a:pt x="1023" y="197"/>
                </a:lnTo>
                <a:lnTo>
                  <a:pt x="953" y="182"/>
                </a:lnTo>
                <a:lnTo>
                  <a:pt x="880" y="177"/>
                </a:lnTo>
                <a:close/>
                <a:moveTo>
                  <a:pt x="880" y="0"/>
                </a:moveTo>
                <a:lnTo>
                  <a:pt x="965" y="5"/>
                </a:lnTo>
                <a:lnTo>
                  <a:pt x="1044" y="20"/>
                </a:lnTo>
                <a:lnTo>
                  <a:pt x="1122" y="43"/>
                </a:lnTo>
                <a:lnTo>
                  <a:pt x="1197" y="73"/>
                </a:lnTo>
                <a:lnTo>
                  <a:pt x="1267" y="112"/>
                </a:lnTo>
                <a:lnTo>
                  <a:pt x="1330" y="158"/>
                </a:lnTo>
                <a:lnTo>
                  <a:pt x="1389" y="210"/>
                </a:lnTo>
                <a:lnTo>
                  <a:pt x="1442" y="268"/>
                </a:lnTo>
                <a:lnTo>
                  <a:pt x="1488" y="333"/>
                </a:lnTo>
                <a:lnTo>
                  <a:pt x="1527" y="402"/>
                </a:lnTo>
                <a:lnTo>
                  <a:pt x="1559" y="475"/>
                </a:lnTo>
                <a:lnTo>
                  <a:pt x="1582" y="553"/>
                </a:lnTo>
                <a:lnTo>
                  <a:pt x="1597" y="632"/>
                </a:lnTo>
                <a:lnTo>
                  <a:pt x="1602" y="717"/>
                </a:lnTo>
                <a:lnTo>
                  <a:pt x="1597" y="799"/>
                </a:lnTo>
                <a:lnTo>
                  <a:pt x="1582" y="881"/>
                </a:lnTo>
                <a:lnTo>
                  <a:pt x="1559" y="957"/>
                </a:lnTo>
                <a:lnTo>
                  <a:pt x="1527" y="1030"/>
                </a:lnTo>
                <a:lnTo>
                  <a:pt x="1488" y="1100"/>
                </a:lnTo>
                <a:lnTo>
                  <a:pt x="1442" y="1163"/>
                </a:lnTo>
                <a:lnTo>
                  <a:pt x="1389" y="1222"/>
                </a:lnTo>
                <a:lnTo>
                  <a:pt x="1330" y="1275"/>
                </a:lnTo>
                <a:lnTo>
                  <a:pt x="1267" y="1321"/>
                </a:lnTo>
                <a:lnTo>
                  <a:pt x="1197" y="1360"/>
                </a:lnTo>
                <a:lnTo>
                  <a:pt x="1122" y="1391"/>
                </a:lnTo>
                <a:lnTo>
                  <a:pt x="1044" y="1413"/>
                </a:lnTo>
                <a:lnTo>
                  <a:pt x="965" y="1428"/>
                </a:lnTo>
                <a:lnTo>
                  <a:pt x="880" y="1433"/>
                </a:lnTo>
                <a:lnTo>
                  <a:pt x="796" y="1428"/>
                </a:lnTo>
                <a:lnTo>
                  <a:pt x="714" y="1413"/>
                </a:lnTo>
                <a:lnTo>
                  <a:pt x="637" y="1391"/>
                </a:lnTo>
                <a:lnTo>
                  <a:pt x="563" y="1360"/>
                </a:lnTo>
                <a:lnTo>
                  <a:pt x="494" y="1321"/>
                </a:lnTo>
                <a:lnTo>
                  <a:pt x="430" y="1275"/>
                </a:lnTo>
                <a:lnTo>
                  <a:pt x="370" y="1222"/>
                </a:lnTo>
                <a:lnTo>
                  <a:pt x="318" y="1163"/>
                </a:lnTo>
                <a:lnTo>
                  <a:pt x="271" y="1100"/>
                </a:lnTo>
                <a:lnTo>
                  <a:pt x="232" y="1030"/>
                </a:lnTo>
                <a:lnTo>
                  <a:pt x="201" y="957"/>
                </a:lnTo>
                <a:lnTo>
                  <a:pt x="178" y="881"/>
                </a:lnTo>
                <a:lnTo>
                  <a:pt x="164" y="799"/>
                </a:lnTo>
                <a:lnTo>
                  <a:pt x="159" y="717"/>
                </a:lnTo>
                <a:lnTo>
                  <a:pt x="164" y="632"/>
                </a:lnTo>
                <a:lnTo>
                  <a:pt x="178" y="553"/>
                </a:lnTo>
                <a:lnTo>
                  <a:pt x="201" y="475"/>
                </a:lnTo>
                <a:lnTo>
                  <a:pt x="232" y="402"/>
                </a:lnTo>
                <a:lnTo>
                  <a:pt x="271" y="333"/>
                </a:lnTo>
                <a:lnTo>
                  <a:pt x="318" y="268"/>
                </a:lnTo>
                <a:lnTo>
                  <a:pt x="370" y="210"/>
                </a:lnTo>
                <a:lnTo>
                  <a:pt x="430" y="158"/>
                </a:lnTo>
                <a:lnTo>
                  <a:pt x="494" y="112"/>
                </a:lnTo>
                <a:lnTo>
                  <a:pt x="563" y="73"/>
                </a:lnTo>
                <a:lnTo>
                  <a:pt x="637" y="43"/>
                </a:lnTo>
                <a:lnTo>
                  <a:pt x="714" y="20"/>
                </a:lnTo>
                <a:lnTo>
                  <a:pt x="796" y="5"/>
                </a:lnTo>
                <a:lnTo>
                  <a:pt x="88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6" name="Freeform 958">
            <a:extLst>
              <a:ext uri="{FF2B5EF4-FFF2-40B4-BE49-F238E27FC236}">
                <a16:creationId xmlns:a16="http://schemas.microsoft.com/office/drawing/2014/main" id="{377E785A-4879-5B3E-ABD7-12E2DC52450A}"/>
              </a:ext>
            </a:extLst>
          </p:cNvPr>
          <p:cNvSpPr>
            <a:spLocks noEditPoints="1"/>
          </p:cNvSpPr>
          <p:nvPr/>
        </p:nvSpPr>
        <p:spPr bwMode="auto">
          <a:xfrm>
            <a:off x="9568939" y="4096143"/>
            <a:ext cx="195121" cy="261021"/>
          </a:xfrm>
          <a:custGeom>
            <a:avLst/>
            <a:gdLst/>
            <a:ahLst/>
            <a:cxnLst>
              <a:cxn ang="0">
                <a:pos x="1277" y="2432"/>
              </a:cxn>
              <a:cxn ang="0">
                <a:pos x="1473" y="2432"/>
              </a:cxn>
              <a:cxn ang="0">
                <a:pos x="1313" y="2330"/>
              </a:cxn>
              <a:cxn ang="0">
                <a:pos x="1610" y="2209"/>
              </a:cxn>
              <a:cxn ang="0">
                <a:pos x="1806" y="2209"/>
              </a:cxn>
              <a:cxn ang="0">
                <a:pos x="1644" y="2106"/>
              </a:cxn>
              <a:cxn ang="0">
                <a:pos x="1277" y="2209"/>
              </a:cxn>
              <a:cxn ang="0">
                <a:pos x="1473" y="2209"/>
              </a:cxn>
              <a:cxn ang="0">
                <a:pos x="1313" y="2106"/>
              </a:cxn>
              <a:cxn ang="0">
                <a:pos x="226" y="2059"/>
              </a:cxn>
              <a:cxn ang="0">
                <a:pos x="754" y="2022"/>
              </a:cxn>
              <a:cxn ang="0">
                <a:pos x="1630" y="1885"/>
              </a:cxn>
              <a:cxn ang="0">
                <a:pos x="1630" y="2005"/>
              </a:cxn>
              <a:cxn ang="0">
                <a:pos x="1809" y="1921"/>
              </a:cxn>
              <a:cxn ang="0">
                <a:pos x="1297" y="1885"/>
              </a:cxn>
              <a:cxn ang="0">
                <a:pos x="1297" y="2005"/>
              </a:cxn>
              <a:cxn ang="0">
                <a:pos x="1476" y="1921"/>
              </a:cxn>
              <a:cxn ang="0">
                <a:pos x="243" y="1711"/>
              </a:cxn>
              <a:cxn ang="0">
                <a:pos x="267" y="1813"/>
              </a:cxn>
              <a:cxn ang="0">
                <a:pos x="737" y="1722"/>
              </a:cxn>
              <a:cxn ang="0">
                <a:pos x="1610" y="1681"/>
              </a:cxn>
              <a:cxn ang="0">
                <a:pos x="1770" y="1784"/>
              </a:cxn>
              <a:cxn ang="0">
                <a:pos x="1798" y="1669"/>
              </a:cxn>
              <a:cxn ang="0">
                <a:pos x="1277" y="1681"/>
              </a:cxn>
              <a:cxn ang="0">
                <a:pos x="1439" y="1784"/>
              </a:cxn>
              <a:cxn ang="0">
                <a:pos x="1465" y="1669"/>
              </a:cxn>
              <a:cxn ang="0">
                <a:pos x="214" y="1477"/>
              </a:cxn>
              <a:cxn ang="0">
                <a:pos x="718" y="1547"/>
              </a:cxn>
              <a:cxn ang="0">
                <a:pos x="695" y="1444"/>
              </a:cxn>
              <a:cxn ang="0">
                <a:pos x="1607" y="1521"/>
              </a:cxn>
              <a:cxn ang="0">
                <a:pos x="1798" y="1549"/>
              </a:cxn>
              <a:cxn ang="0">
                <a:pos x="1770" y="1434"/>
              </a:cxn>
              <a:cxn ang="0">
                <a:pos x="1274" y="1521"/>
              </a:cxn>
              <a:cxn ang="0">
                <a:pos x="1465" y="1549"/>
              </a:cxn>
              <a:cxn ang="0">
                <a:pos x="1439" y="1434"/>
              </a:cxn>
              <a:cxn ang="0">
                <a:pos x="1954" y="1320"/>
              </a:cxn>
              <a:cxn ang="0">
                <a:pos x="1901" y="2625"/>
              </a:cxn>
              <a:cxn ang="0">
                <a:pos x="1786" y="2340"/>
              </a:cxn>
              <a:cxn ang="0">
                <a:pos x="1212" y="2629"/>
              </a:cxn>
              <a:cxn ang="0">
                <a:pos x="1120" y="1343"/>
              </a:cxn>
              <a:cxn ang="0">
                <a:pos x="243" y="1186"/>
              </a:cxn>
              <a:cxn ang="0">
                <a:pos x="267" y="1289"/>
              </a:cxn>
              <a:cxn ang="0">
                <a:pos x="737" y="1197"/>
              </a:cxn>
              <a:cxn ang="0">
                <a:pos x="214" y="954"/>
              </a:cxn>
              <a:cxn ang="0">
                <a:pos x="718" y="1023"/>
              </a:cxn>
              <a:cxn ang="0">
                <a:pos x="695" y="920"/>
              </a:cxn>
              <a:cxn ang="0">
                <a:pos x="534" y="484"/>
              </a:cxn>
              <a:cxn ang="0">
                <a:pos x="712" y="591"/>
              </a:cxn>
              <a:cxn ang="0">
                <a:pos x="822" y="745"/>
              </a:cxn>
              <a:cxn ang="0">
                <a:pos x="952" y="854"/>
              </a:cxn>
              <a:cxn ang="0">
                <a:pos x="919" y="2615"/>
              </a:cxn>
              <a:cxn ang="0">
                <a:pos x="601" y="2293"/>
              </a:cxn>
              <a:cxn ang="0">
                <a:pos x="271" y="2629"/>
              </a:cxn>
              <a:cxn ang="0">
                <a:pos x="3" y="2558"/>
              </a:cxn>
              <a:cxn ang="0">
                <a:pos x="77" y="791"/>
              </a:cxn>
              <a:cxn ang="0">
                <a:pos x="193" y="671"/>
              </a:cxn>
              <a:cxn ang="0">
                <a:pos x="302" y="515"/>
              </a:cxn>
              <a:cxn ang="0">
                <a:pos x="466" y="17"/>
              </a:cxn>
            </a:cxnLst>
            <a:rect l="0" t="0" r="r" b="b"/>
            <a:pathLst>
              <a:path w="1967" h="2629">
                <a:moveTo>
                  <a:pt x="1313" y="2330"/>
                </a:moveTo>
                <a:lnTo>
                  <a:pt x="1297" y="2333"/>
                </a:lnTo>
                <a:lnTo>
                  <a:pt x="1285" y="2341"/>
                </a:lnTo>
                <a:lnTo>
                  <a:pt x="1277" y="2354"/>
                </a:lnTo>
                <a:lnTo>
                  <a:pt x="1274" y="2369"/>
                </a:lnTo>
                <a:lnTo>
                  <a:pt x="1274" y="2418"/>
                </a:lnTo>
                <a:lnTo>
                  <a:pt x="1277" y="2432"/>
                </a:lnTo>
                <a:lnTo>
                  <a:pt x="1285" y="2444"/>
                </a:lnTo>
                <a:lnTo>
                  <a:pt x="1297" y="2453"/>
                </a:lnTo>
                <a:lnTo>
                  <a:pt x="1313" y="2456"/>
                </a:lnTo>
                <a:lnTo>
                  <a:pt x="1439" y="2456"/>
                </a:lnTo>
                <a:lnTo>
                  <a:pt x="1453" y="2453"/>
                </a:lnTo>
                <a:lnTo>
                  <a:pt x="1465" y="2444"/>
                </a:lnTo>
                <a:lnTo>
                  <a:pt x="1473" y="2432"/>
                </a:lnTo>
                <a:lnTo>
                  <a:pt x="1476" y="2418"/>
                </a:lnTo>
                <a:lnTo>
                  <a:pt x="1476" y="2369"/>
                </a:lnTo>
                <a:lnTo>
                  <a:pt x="1473" y="2354"/>
                </a:lnTo>
                <a:lnTo>
                  <a:pt x="1465" y="2341"/>
                </a:lnTo>
                <a:lnTo>
                  <a:pt x="1453" y="2333"/>
                </a:lnTo>
                <a:lnTo>
                  <a:pt x="1439" y="2330"/>
                </a:lnTo>
                <a:lnTo>
                  <a:pt x="1313" y="2330"/>
                </a:lnTo>
                <a:close/>
                <a:moveTo>
                  <a:pt x="1644" y="2106"/>
                </a:moveTo>
                <a:lnTo>
                  <a:pt x="1630" y="2109"/>
                </a:lnTo>
                <a:lnTo>
                  <a:pt x="1618" y="2117"/>
                </a:lnTo>
                <a:lnTo>
                  <a:pt x="1610" y="2129"/>
                </a:lnTo>
                <a:lnTo>
                  <a:pt x="1607" y="2145"/>
                </a:lnTo>
                <a:lnTo>
                  <a:pt x="1607" y="2193"/>
                </a:lnTo>
                <a:lnTo>
                  <a:pt x="1610" y="2209"/>
                </a:lnTo>
                <a:lnTo>
                  <a:pt x="1618" y="2221"/>
                </a:lnTo>
                <a:lnTo>
                  <a:pt x="1630" y="2229"/>
                </a:lnTo>
                <a:lnTo>
                  <a:pt x="1644" y="2232"/>
                </a:lnTo>
                <a:lnTo>
                  <a:pt x="1770" y="2232"/>
                </a:lnTo>
                <a:lnTo>
                  <a:pt x="1786" y="2229"/>
                </a:lnTo>
                <a:lnTo>
                  <a:pt x="1798" y="2221"/>
                </a:lnTo>
                <a:lnTo>
                  <a:pt x="1806" y="2209"/>
                </a:lnTo>
                <a:lnTo>
                  <a:pt x="1809" y="2193"/>
                </a:lnTo>
                <a:lnTo>
                  <a:pt x="1809" y="2145"/>
                </a:lnTo>
                <a:lnTo>
                  <a:pt x="1806" y="2129"/>
                </a:lnTo>
                <a:lnTo>
                  <a:pt x="1798" y="2117"/>
                </a:lnTo>
                <a:lnTo>
                  <a:pt x="1786" y="2109"/>
                </a:lnTo>
                <a:lnTo>
                  <a:pt x="1770" y="2106"/>
                </a:lnTo>
                <a:lnTo>
                  <a:pt x="1644" y="2106"/>
                </a:lnTo>
                <a:close/>
                <a:moveTo>
                  <a:pt x="1313" y="2106"/>
                </a:moveTo>
                <a:lnTo>
                  <a:pt x="1297" y="2109"/>
                </a:lnTo>
                <a:lnTo>
                  <a:pt x="1285" y="2117"/>
                </a:lnTo>
                <a:lnTo>
                  <a:pt x="1277" y="2129"/>
                </a:lnTo>
                <a:lnTo>
                  <a:pt x="1274" y="2145"/>
                </a:lnTo>
                <a:lnTo>
                  <a:pt x="1274" y="2193"/>
                </a:lnTo>
                <a:lnTo>
                  <a:pt x="1277" y="2209"/>
                </a:lnTo>
                <a:lnTo>
                  <a:pt x="1285" y="2221"/>
                </a:lnTo>
                <a:lnTo>
                  <a:pt x="1297" y="2229"/>
                </a:lnTo>
                <a:lnTo>
                  <a:pt x="1313" y="2232"/>
                </a:lnTo>
                <a:lnTo>
                  <a:pt x="1439" y="2232"/>
                </a:lnTo>
                <a:lnTo>
                  <a:pt x="1453" y="2229"/>
                </a:lnTo>
                <a:lnTo>
                  <a:pt x="1465" y="2221"/>
                </a:lnTo>
                <a:lnTo>
                  <a:pt x="1473" y="2209"/>
                </a:lnTo>
                <a:lnTo>
                  <a:pt x="1476" y="2193"/>
                </a:lnTo>
                <a:lnTo>
                  <a:pt x="1476" y="2145"/>
                </a:lnTo>
                <a:lnTo>
                  <a:pt x="1473" y="2129"/>
                </a:lnTo>
                <a:lnTo>
                  <a:pt x="1465" y="2117"/>
                </a:lnTo>
                <a:lnTo>
                  <a:pt x="1453" y="2109"/>
                </a:lnTo>
                <a:lnTo>
                  <a:pt x="1439" y="2106"/>
                </a:lnTo>
                <a:lnTo>
                  <a:pt x="1313" y="2106"/>
                </a:lnTo>
                <a:close/>
                <a:moveTo>
                  <a:pt x="267" y="1968"/>
                </a:moveTo>
                <a:lnTo>
                  <a:pt x="243" y="1972"/>
                </a:lnTo>
                <a:lnTo>
                  <a:pt x="226" y="1983"/>
                </a:lnTo>
                <a:lnTo>
                  <a:pt x="214" y="2002"/>
                </a:lnTo>
                <a:lnTo>
                  <a:pt x="209" y="2022"/>
                </a:lnTo>
                <a:lnTo>
                  <a:pt x="214" y="2042"/>
                </a:lnTo>
                <a:lnTo>
                  <a:pt x="226" y="2059"/>
                </a:lnTo>
                <a:lnTo>
                  <a:pt x="243" y="2070"/>
                </a:lnTo>
                <a:lnTo>
                  <a:pt x="267" y="2075"/>
                </a:lnTo>
                <a:lnTo>
                  <a:pt x="695" y="2075"/>
                </a:lnTo>
                <a:lnTo>
                  <a:pt x="718" y="2070"/>
                </a:lnTo>
                <a:lnTo>
                  <a:pt x="737" y="2059"/>
                </a:lnTo>
                <a:lnTo>
                  <a:pt x="749" y="2042"/>
                </a:lnTo>
                <a:lnTo>
                  <a:pt x="754" y="2022"/>
                </a:lnTo>
                <a:lnTo>
                  <a:pt x="749" y="2002"/>
                </a:lnTo>
                <a:lnTo>
                  <a:pt x="737" y="1983"/>
                </a:lnTo>
                <a:lnTo>
                  <a:pt x="718" y="1972"/>
                </a:lnTo>
                <a:lnTo>
                  <a:pt x="695" y="1968"/>
                </a:lnTo>
                <a:lnTo>
                  <a:pt x="267" y="1968"/>
                </a:lnTo>
                <a:close/>
                <a:moveTo>
                  <a:pt x="1644" y="1882"/>
                </a:moveTo>
                <a:lnTo>
                  <a:pt x="1630" y="1885"/>
                </a:lnTo>
                <a:lnTo>
                  <a:pt x="1618" y="1893"/>
                </a:lnTo>
                <a:lnTo>
                  <a:pt x="1610" y="1905"/>
                </a:lnTo>
                <a:lnTo>
                  <a:pt x="1607" y="1921"/>
                </a:lnTo>
                <a:lnTo>
                  <a:pt x="1607" y="1969"/>
                </a:lnTo>
                <a:lnTo>
                  <a:pt x="1610" y="1985"/>
                </a:lnTo>
                <a:lnTo>
                  <a:pt x="1618" y="1997"/>
                </a:lnTo>
                <a:lnTo>
                  <a:pt x="1630" y="2005"/>
                </a:lnTo>
                <a:lnTo>
                  <a:pt x="1644" y="2008"/>
                </a:lnTo>
                <a:lnTo>
                  <a:pt x="1770" y="2008"/>
                </a:lnTo>
                <a:lnTo>
                  <a:pt x="1786" y="2005"/>
                </a:lnTo>
                <a:lnTo>
                  <a:pt x="1798" y="1997"/>
                </a:lnTo>
                <a:lnTo>
                  <a:pt x="1806" y="1985"/>
                </a:lnTo>
                <a:lnTo>
                  <a:pt x="1809" y="1969"/>
                </a:lnTo>
                <a:lnTo>
                  <a:pt x="1809" y="1921"/>
                </a:lnTo>
                <a:lnTo>
                  <a:pt x="1806" y="1905"/>
                </a:lnTo>
                <a:lnTo>
                  <a:pt x="1798" y="1893"/>
                </a:lnTo>
                <a:lnTo>
                  <a:pt x="1786" y="1885"/>
                </a:lnTo>
                <a:lnTo>
                  <a:pt x="1770" y="1882"/>
                </a:lnTo>
                <a:lnTo>
                  <a:pt x="1644" y="1882"/>
                </a:lnTo>
                <a:close/>
                <a:moveTo>
                  <a:pt x="1313" y="1882"/>
                </a:moveTo>
                <a:lnTo>
                  <a:pt x="1297" y="1885"/>
                </a:lnTo>
                <a:lnTo>
                  <a:pt x="1285" y="1893"/>
                </a:lnTo>
                <a:lnTo>
                  <a:pt x="1277" y="1905"/>
                </a:lnTo>
                <a:lnTo>
                  <a:pt x="1274" y="1921"/>
                </a:lnTo>
                <a:lnTo>
                  <a:pt x="1274" y="1969"/>
                </a:lnTo>
                <a:lnTo>
                  <a:pt x="1277" y="1985"/>
                </a:lnTo>
                <a:lnTo>
                  <a:pt x="1285" y="1997"/>
                </a:lnTo>
                <a:lnTo>
                  <a:pt x="1297" y="2005"/>
                </a:lnTo>
                <a:lnTo>
                  <a:pt x="1313" y="2008"/>
                </a:lnTo>
                <a:lnTo>
                  <a:pt x="1439" y="2008"/>
                </a:lnTo>
                <a:lnTo>
                  <a:pt x="1453" y="2005"/>
                </a:lnTo>
                <a:lnTo>
                  <a:pt x="1465" y="1997"/>
                </a:lnTo>
                <a:lnTo>
                  <a:pt x="1473" y="1985"/>
                </a:lnTo>
                <a:lnTo>
                  <a:pt x="1476" y="1969"/>
                </a:lnTo>
                <a:lnTo>
                  <a:pt x="1476" y="1921"/>
                </a:lnTo>
                <a:lnTo>
                  <a:pt x="1473" y="1905"/>
                </a:lnTo>
                <a:lnTo>
                  <a:pt x="1465" y="1893"/>
                </a:lnTo>
                <a:lnTo>
                  <a:pt x="1453" y="1885"/>
                </a:lnTo>
                <a:lnTo>
                  <a:pt x="1439" y="1882"/>
                </a:lnTo>
                <a:lnTo>
                  <a:pt x="1313" y="1882"/>
                </a:lnTo>
                <a:close/>
                <a:moveTo>
                  <a:pt x="267" y="1706"/>
                </a:moveTo>
                <a:lnTo>
                  <a:pt x="243" y="1711"/>
                </a:lnTo>
                <a:lnTo>
                  <a:pt x="226" y="1722"/>
                </a:lnTo>
                <a:lnTo>
                  <a:pt x="214" y="1739"/>
                </a:lnTo>
                <a:lnTo>
                  <a:pt x="209" y="1759"/>
                </a:lnTo>
                <a:lnTo>
                  <a:pt x="214" y="1779"/>
                </a:lnTo>
                <a:lnTo>
                  <a:pt x="226" y="1798"/>
                </a:lnTo>
                <a:lnTo>
                  <a:pt x="243" y="1809"/>
                </a:lnTo>
                <a:lnTo>
                  <a:pt x="267" y="1813"/>
                </a:lnTo>
                <a:lnTo>
                  <a:pt x="695" y="1813"/>
                </a:lnTo>
                <a:lnTo>
                  <a:pt x="718" y="1809"/>
                </a:lnTo>
                <a:lnTo>
                  <a:pt x="737" y="1798"/>
                </a:lnTo>
                <a:lnTo>
                  <a:pt x="749" y="1779"/>
                </a:lnTo>
                <a:lnTo>
                  <a:pt x="754" y="1759"/>
                </a:lnTo>
                <a:lnTo>
                  <a:pt x="749" y="1739"/>
                </a:lnTo>
                <a:lnTo>
                  <a:pt x="737" y="1722"/>
                </a:lnTo>
                <a:lnTo>
                  <a:pt x="718" y="1711"/>
                </a:lnTo>
                <a:lnTo>
                  <a:pt x="695" y="1706"/>
                </a:lnTo>
                <a:lnTo>
                  <a:pt x="267" y="1706"/>
                </a:lnTo>
                <a:close/>
                <a:moveTo>
                  <a:pt x="1644" y="1658"/>
                </a:moveTo>
                <a:lnTo>
                  <a:pt x="1630" y="1661"/>
                </a:lnTo>
                <a:lnTo>
                  <a:pt x="1618" y="1669"/>
                </a:lnTo>
                <a:lnTo>
                  <a:pt x="1610" y="1681"/>
                </a:lnTo>
                <a:lnTo>
                  <a:pt x="1607" y="1697"/>
                </a:lnTo>
                <a:lnTo>
                  <a:pt x="1607" y="1745"/>
                </a:lnTo>
                <a:lnTo>
                  <a:pt x="1610" y="1761"/>
                </a:lnTo>
                <a:lnTo>
                  <a:pt x="1618" y="1773"/>
                </a:lnTo>
                <a:lnTo>
                  <a:pt x="1630" y="1781"/>
                </a:lnTo>
                <a:lnTo>
                  <a:pt x="1644" y="1784"/>
                </a:lnTo>
                <a:lnTo>
                  <a:pt x="1770" y="1784"/>
                </a:lnTo>
                <a:lnTo>
                  <a:pt x="1786" y="1781"/>
                </a:lnTo>
                <a:lnTo>
                  <a:pt x="1798" y="1773"/>
                </a:lnTo>
                <a:lnTo>
                  <a:pt x="1806" y="1761"/>
                </a:lnTo>
                <a:lnTo>
                  <a:pt x="1809" y="1745"/>
                </a:lnTo>
                <a:lnTo>
                  <a:pt x="1809" y="1697"/>
                </a:lnTo>
                <a:lnTo>
                  <a:pt x="1806" y="1681"/>
                </a:lnTo>
                <a:lnTo>
                  <a:pt x="1798" y="1669"/>
                </a:lnTo>
                <a:lnTo>
                  <a:pt x="1786" y="1661"/>
                </a:lnTo>
                <a:lnTo>
                  <a:pt x="1770" y="1658"/>
                </a:lnTo>
                <a:lnTo>
                  <a:pt x="1644" y="1658"/>
                </a:lnTo>
                <a:close/>
                <a:moveTo>
                  <a:pt x="1313" y="1658"/>
                </a:moveTo>
                <a:lnTo>
                  <a:pt x="1297" y="1661"/>
                </a:lnTo>
                <a:lnTo>
                  <a:pt x="1285" y="1669"/>
                </a:lnTo>
                <a:lnTo>
                  <a:pt x="1277" y="1681"/>
                </a:lnTo>
                <a:lnTo>
                  <a:pt x="1274" y="1697"/>
                </a:lnTo>
                <a:lnTo>
                  <a:pt x="1274" y="1745"/>
                </a:lnTo>
                <a:lnTo>
                  <a:pt x="1277" y="1761"/>
                </a:lnTo>
                <a:lnTo>
                  <a:pt x="1285" y="1773"/>
                </a:lnTo>
                <a:lnTo>
                  <a:pt x="1297" y="1781"/>
                </a:lnTo>
                <a:lnTo>
                  <a:pt x="1313" y="1784"/>
                </a:lnTo>
                <a:lnTo>
                  <a:pt x="1439" y="1784"/>
                </a:lnTo>
                <a:lnTo>
                  <a:pt x="1453" y="1781"/>
                </a:lnTo>
                <a:lnTo>
                  <a:pt x="1465" y="1773"/>
                </a:lnTo>
                <a:lnTo>
                  <a:pt x="1473" y="1761"/>
                </a:lnTo>
                <a:lnTo>
                  <a:pt x="1476" y="1745"/>
                </a:lnTo>
                <a:lnTo>
                  <a:pt x="1476" y="1697"/>
                </a:lnTo>
                <a:lnTo>
                  <a:pt x="1473" y="1681"/>
                </a:lnTo>
                <a:lnTo>
                  <a:pt x="1465" y="1669"/>
                </a:lnTo>
                <a:lnTo>
                  <a:pt x="1453" y="1661"/>
                </a:lnTo>
                <a:lnTo>
                  <a:pt x="1439" y="1658"/>
                </a:lnTo>
                <a:lnTo>
                  <a:pt x="1313" y="1658"/>
                </a:lnTo>
                <a:close/>
                <a:moveTo>
                  <a:pt x="267" y="1444"/>
                </a:moveTo>
                <a:lnTo>
                  <a:pt x="243" y="1449"/>
                </a:lnTo>
                <a:lnTo>
                  <a:pt x="226" y="1460"/>
                </a:lnTo>
                <a:lnTo>
                  <a:pt x="214" y="1477"/>
                </a:lnTo>
                <a:lnTo>
                  <a:pt x="209" y="1497"/>
                </a:lnTo>
                <a:lnTo>
                  <a:pt x="214" y="1518"/>
                </a:lnTo>
                <a:lnTo>
                  <a:pt x="226" y="1536"/>
                </a:lnTo>
                <a:lnTo>
                  <a:pt x="243" y="1547"/>
                </a:lnTo>
                <a:lnTo>
                  <a:pt x="267" y="1552"/>
                </a:lnTo>
                <a:lnTo>
                  <a:pt x="695" y="1552"/>
                </a:lnTo>
                <a:lnTo>
                  <a:pt x="718" y="1547"/>
                </a:lnTo>
                <a:lnTo>
                  <a:pt x="737" y="1536"/>
                </a:lnTo>
                <a:lnTo>
                  <a:pt x="749" y="1518"/>
                </a:lnTo>
                <a:lnTo>
                  <a:pt x="754" y="1497"/>
                </a:lnTo>
                <a:lnTo>
                  <a:pt x="749" y="1477"/>
                </a:lnTo>
                <a:lnTo>
                  <a:pt x="737" y="1460"/>
                </a:lnTo>
                <a:lnTo>
                  <a:pt x="718" y="1449"/>
                </a:lnTo>
                <a:lnTo>
                  <a:pt x="695" y="1444"/>
                </a:lnTo>
                <a:lnTo>
                  <a:pt x="267" y="1444"/>
                </a:lnTo>
                <a:close/>
                <a:moveTo>
                  <a:pt x="1644" y="1434"/>
                </a:moveTo>
                <a:lnTo>
                  <a:pt x="1630" y="1437"/>
                </a:lnTo>
                <a:lnTo>
                  <a:pt x="1618" y="1444"/>
                </a:lnTo>
                <a:lnTo>
                  <a:pt x="1610" y="1457"/>
                </a:lnTo>
                <a:lnTo>
                  <a:pt x="1607" y="1473"/>
                </a:lnTo>
                <a:lnTo>
                  <a:pt x="1607" y="1521"/>
                </a:lnTo>
                <a:lnTo>
                  <a:pt x="1610" y="1536"/>
                </a:lnTo>
                <a:lnTo>
                  <a:pt x="1618" y="1549"/>
                </a:lnTo>
                <a:lnTo>
                  <a:pt x="1630" y="1557"/>
                </a:lnTo>
                <a:lnTo>
                  <a:pt x="1644" y="1560"/>
                </a:lnTo>
                <a:lnTo>
                  <a:pt x="1770" y="1560"/>
                </a:lnTo>
                <a:lnTo>
                  <a:pt x="1786" y="1557"/>
                </a:lnTo>
                <a:lnTo>
                  <a:pt x="1798" y="1549"/>
                </a:lnTo>
                <a:lnTo>
                  <a:pt x="1806" y="1536"/>
                </a:lnTo>
                <a:lnTo>
                  <a:pt x="1809" y="1521"/>
                </a:lnTo>
                <a:lnTo>
                  <a:pt x="1809" y="1473"/>
                </a:lnTo>
                <a:lnTo>
                  <a:pt x="1806" y="1457"/>
                </a:lnTo>
                <a:lnTo>
                  <a:pt x="1798" y="1444"/>
                </a:lnTo>
                <a:lnTo>
                  <a:pt x="1786" y="1437"/>
                </a:lnTo>
                <a:lnTo>
                  <a:pt x="1770" y="1434"/>
                </a:lnTo>
                <a:lnTo>
                  <a:pt x="1644" y="1434"/>
                </a:lnTo>
                <a:close/>
                <a:moveTo>
                  <a:pt x="1313" y="1434"/>
                </a:moveTo>
                <a:lnTo>
                  <a:pt x="1297" y="1437"/>
                </a:lnTo>
                <a:lnTo>
                  <a:pt x="1285" y="1444"/>
                </a:lnTo>
                <a:lnTo>
                  <a:pt x="1277" y="1457"/>
                </a:lnTo>
                <a:lnTo>
                  <a:pt x="1274" y="1473"/>
                </a:lnTo>
                <a:lnTo>
                  <a:pt x="1274" y="1521"/>
                </a:lnTo>
                <a:lnTo>
                  <a:pt x="1277" y="1536"/>
                </a:lnTo>
                <a:lnTo>
                  <a:pt x="1285" y="1549"/>
                </a:lnTo>
                <a:lnTo>
                  <a:pt x="1297" y="1557"/>
                </a:lnTo>
                <a:lnTo>
                  <a:pt x="1313" y="1560"/>
                </a:lnTo>
                <a:lnTo>
                  <a:pt x="1439" y="1560"/>
                </a:lnTo>
                <a:lnTo>
                  <a:pt x="1453" y="1557"/>
                </a:lnTo>
                <a:lnTo>
                  <a:pt x="1465" y="1549"/>
                </a:lnTo>
                <a:lnTo>
                  <a:pt x="1473" y="1536"/>
                </a:lnTo>
                <a:lnTo>
                  <a:pt x="1476" y="1521"/>
                </a:lnTo>
                <a:lnTo>
                  <a:pt x="1476" y="1473"/>
                </a:lnTo>
                <a:lnTo>
                  <a:pt x="1473" y="1457"/>
                </a:lnTo>
                <a:lnTo>
                  <a:pt x="1465" y="1444"/>
                </a:lnTo>
                <a:lnTo>
                  <a:pt x="1453" y="1437"/>
                </a:lnTo>
                <a:lnTo>
                  <a:pt x="1439" y="1434"/>
                </a:lnTo>
                <a:lnTo>
                  <a:pt x="1313" y="1434"/>
                </a:lnTo>
                <a:close/>
                <a:moveTo>
                  <a:pt x="1212" y="1273"/>
                </a:moveTo>
                <a:lnTo>
                  <a:pt x="1872" y="1273"/>
                </a:lnTo>
                <a:lnTo>
                  <a:pt x="1897" y="1276"/>
                </a:lnTo>
                <a:lnTo>
                  <a:pt x="1918" y="1286"/>
                </a:lnTo>
                <a:lnTo>
                  <a:pt x="1939" y="1301"/>
                </a:lnTo>
                <a:lnTo>
                  <a:pt x="1954" y="1320"/>
                </a:lnTo>
                <a:lnTo>
                  <a:pt x="1963" y="1343"/>
                </a:lnTo>
                <a:lnTo>
                  <a:pt x="1967" y="1368"/>
                </a:lnTo>
                <a:lnTo>
                  <a:pt x="1967" y="2534"/>
                </a:lnTo>
                <a:lnTo>
                  <a:pt x="1962" y="2564"/>
                </a:lnTo>
                <a:lnTo>
                  <a:pt x="1948" y="2590"/>
                </a:lnTo>
                <a:lnTo>
                  <a:pt x="1928" y="2611"/>
                </a:lnTo>
                <a:lnTo>
                  <a:pt x="1901" y="2625"/>
                </a:lnTo>
                <a:lnTo>
                  <a:pt x="1872" y="2629"/>
                </a:lnTo>
                <a:lnTo>
                  <a:pt x="1825" y="2629"/>
                </a:lnTo>
                <a:lnTo>
                  <a:pt x="1825" y="2379"/>
                </a:lnTo>
                <a:lnTo>
                  <a:pt x="1822" y="2363"/>
                </a:lnTo>
                <a:lnTo>
                  <a:pt x="1814" y="2351"/>
                </a:lnTo>
                <a:lnTo>
                  <a:pt x="1802" y="2343"/>
                </a:lnTo>
                <a:lnTo>
                  <a:pt x="1786" y="2340"/>
                </a:lnTo>
                <a:lnTo>
                  <a:pt x="1663" y="2340"/>
                </a:lnTo>
                <a:lnTo>
                  <a:pt x="1647" y="2343"/>
                </a:lnTo>
                <a:lnTo>
                  <a:pt x="1635" y="2351"/>
                </a:lnTo>
                <a:lnTo>
                  <a:pt x="1626" y="2363"/>
                </a:lnTo>
                <a:lnTo>
                  <a:pt x="1623" y="2379"/>
                </a:lnTo>
                <a:lnTo>
                  <a:pt x="1623" y="2629"/>
                </a:lnTo>
                <a:lnTo>
                  <a:pt x="1212" y="2629"/>
                </a:lnTo>
                <a:lnTo>
                  <a:pt x="1182" y="2625"/>
                </a:lnTo>
                <a:lnTo>
                  <a:pt x="1155" y="2611"/>
                </a:lnTo>
                <a:lnTo>
                  <a:pt x="1135" y="2590"/>
                </a:lnTo>
                <a:lnTo>
                  <a:pt x="1121" y="2564"/>
                </a:lnTo>
                <a:lnTo>
                  <a:pt x="1117" y="2534"/>
                </a:lnTo>
                <a:lnTo>
                  <a:pt x="1117" y="1368"/>
                </a:lnTo>
                <a:lnTo>
                  <a:pt x="1120" y="1343"/>
                </a:lnTo>
                <a:lnTo>
                  <a:pt x="1129" y="1320"/>
                </a:lnTo>
                <a:lnTo>
                  <a:pt x="1145" y="1301"/>
                </a:lnTo>
                <a:lnTo>
                  <a:pt x="1165" y="1286"/>
                </a:lnTo>
                <a:lnTo>
                  <a:pt x="1187" y="1276"/>
                </a:lnTo>
                <a:lnTo>
                  <a:pt x="1212" y="1273"/>
                </a:lnTo>
                <a:close/>
                <a:moveTo>
                  <a:pt x="267" y="1181"/>
                </a:moveTo>
                <a:lnTo>
                  <a:pt x="243" y="1186"/>
                </a:lnTo>
                <a:lnTo>
                  <a:pt x="226" y="1197"/>
                </a:lnTo>
                <a:lnTo>
                  <a:pt x="214" y="1216"/>
                </a:lnTo>
                <a:lnTo>
                  <a:pt x="209" y="1236"/>
                </a:lnTo>
                <a:lnTo>
                  <a:pt x="214" y="1256"/>
                </a:lnTo>
                <a:lnTo>
                  <a:pt x="226" y="1273"/>
                </a:lnTo>
                <a:lnTo>
                  <a:pt x="243" y="1284"/>
                </a:lnTo>
                <a:lnTo>
                  <a:pt x="267" y="1289"/>
                </a:lnTo>
                <a:lnTo>
                  <a:pt x="695" y="1289"/>
                </a:lnTo>
                <a:lnTo>
                  <a:pt x="718" y="1284"/>
                </a:lnTo>
                <a:lnTo>
                  <a:pt x="737" y="1273"/>
                </a:lnTo>
                <a:lnTo>
                  <a:pt x="749" y="1256"/>
                </a:lnTo>
                <a:lnTo>
                  <a:pt x="754" y="1236"/>
                </a:lnTo>
                <a:lnTo>
                  <a:pt x="749" y="1216"/>
                </a:lnTo>
                <a:lnTo>
                  <a:pt x="737" y="1197"/>
                </a:lnTo>
                <a:lnTo>
                  <a:pt x="718" y="1186"/>
                </a:lnTo>
                <a:lnTo>
                  <a:pt x="695" y="1181"/>
                </a:lnTo>
                <a:lnTo>
                  <a:pt x="267" y="1181"/>
                </a:lnTo>
                <a:close/>
                <a:moveTo>
                  <a:pt x="267" y="920"/>
                </a:moveTo>
                <a:lnTo>
                  <a:pt x="243" y="925"/>
                </a:lnTo>
                <a:lnTo>
                  <a:pt x="226" y="935"/>
                </a:lnTo>
                <a:lnTo>
                  <a:pt x="214" y="954"/>
                </a:lnTo>
                <a:lnTo>
                  <a:pt x="209" y="974"/>
                </a:lnTo>
                <a:lnTo>
                  <a:pt x="214" y="995"/>
                </a:lnTo>
                <a:lnTo>
                  <a:pt x="226" y="1012"/>
                </a:lnTo>
                <a:lnTo>
                  <a:pt x="243" y="1023"/>
                </a:lnTo>
                <a:lnTo>
                  <a:pt x="267" y="1027"/>
                </a:lnTo>
                <a:lnTo>
                  <a:pt x="695" y="1027"/>
                </a:lnTo>
                <a:lnTo>
                  <a:pt x="718" y="1023"/>
                </a:lnTo>
                <a:lnTo>
                  <a:pt x="737" y="1012"/>
                </a:lnTo>
                <a:lnTo>
                  <a:pt x="749" y="995"/>
                </a:lnTo>
                <a:lnTo>
                  <a:pt x="754" y="974"/>
                </a:lnTo>
                <a:lnTo>
                  <a:pt x="749" y="954"/>
                </a:lnTo>
                <a:lnTo>
                  <a:pt x="737" y="935"/>
                </a:lnTo>
                <a:lnTo>
                  <a:pt x="718" y="925"/>
                </a:lnTo>
                <a:lnTo>
                  <a:pt x="695" y="920"/>
                </a:lnTo>
                <a:lnTo>
                  <a:pt x="267" y="920"/>
                </a:lnTo>
                <a:close/>
                <a:moveTo>
                  <a:pt x="483" y="0"/>
                </a:moveTo>
                <a:lnTo>
                  <a:pt x="492" y="4"/>
                </a:lnTo>
                <a:lnTo>
                  <a:pt x="498" y="17"/>
                </a:lnTo>
                <a:lnTo>
                  <a:pt x="505" y="34"/>
                </a:lnTo>
                <a:lnTo>
                  <a:pt x="506" y="57"/>
                </a:lnTo>
                <a:lnTo>
                  <a:pt x="534" y="484"/>
                </a:lnTo>
                <a:lnTo>
                  <a:pt x="576" y="484"/>
                </a:lnTo>
                <a:lnTo>
                  <a:pt x="607" y="487"/>
                </a:lnTo>
                <a:lnTo>
                  <a:pt x="637" y="498"/>
                </a:lnTo>
                <a:lnTo>
                  <a:pt x="664" y="515"/>
                </a:lnTo>
                <a:lnTo>
                  <a:pt x="684" y="535"/>
                </a:lnTo>
                <a:lnTo>
                  <a:pt x="701" y="562"/>
                </a:lnTo>
                <a:lnTo>
                  <a:pt x="712" y="591"/>
                </a:lnTo>
                <a:lnTo>
                  <a:pt x="715" y="622"/>
                </a:lnTo>
                <a:lnTo>
                  <a:pt x="715" y="646"/>
                </a:lnTo>
                <a:lnTo>
                  <a:pt x="744" y="655"/>
                </a:lnTo>
                <a:lnTo>
                  <a:pt x="771" y="671"/>
                </a:lnTo>
                <a:lnTo>
                  <a:pt x="794" y="691"/>
                </a:lnTo>
                <a:lnTo>
                  <a:pt x="811" y="716"/>
                </a:lnTo>
                <a:lnTo>
                  <a:pt x="822" y="745"/>
                </a:lnTo>
                <a:lnTo>
                  <a:pt x="827" y="777"/>
                </a:lnTo>
                <a:lnTo>
                  <a:pt x="829" y="777"/>
                </a:lnTo>
                <a:lnTo>
                  <a:pt x="860" y="780"/>
                </a:lnTo>
                <a:lnTo>
                  <a:pt x="888" y="791"/>
                </a:lnTo>
                <a:lnTo>
                  <a:pt x="914" y="808"/>
                </a:lnTo>
                <a:lnTo>
                  <a:pt x="934" y="828"/>
                </a:lnTo>
                <a:lnTo>
                  <a:pt x="952" y="854"/>
                </a:lnTo>
                <a:lnTo>
                  <a:pt x="962" y="882"/>
                </a:lnTo>
                <a:lnTo>
                  <a:pt x="966" y="914"/>
                </a:lnTo>
                <a:lnTo>
                  <a:pt x="966" y="2533"/>
                </a:lnTo>
                <a:lnTo>
                  <a:pt x="962" y="2558"/>
                </a:lnTo>
                <a:lnTo>
                  <a:pt x="953" y="2581"/>
                </a:lnTo>
                <a:lnTo>
                  <a:pt x="938" y="2600"/>
                </a:lnTo>
                <a:lnTo>
                  <a:pt x="919" y="2615"/>
                </a:lnTo>
                <a:lnTo>
                  <a:pt x="895" y="2625"/>
                </a:lnTo>
                <a:lnTo>
                  <a:pt x="871" y="2628"/>
                </a:lnTo>
                <a:lnTo>
                  <a:pt x="696" y="2628"/>
                </a:lnTo>
                <a:lnTo>
                  <a:pt x="693" y="2629"/>
                </a:lnTo>
                <a:lnTo>
                  <a:pt x="604" y="2629"/>
                </a:lnTo>
                <a:lnTo>
                  <a:pt x="604" y="2298"/>
                </a:lnTo>
                <a:lnTo>
                  <a:pt x="601" y="2293"/>
                </a:lnTo>
                <a:lnTo>
                  <a:pt x="598" y="2290"/>
                </a:lnTo>
                <a:lnTo>
                  <a:pt x="593" y="2287"/>
                </a:lnTo>
                <a:lnTo>
                  <a:pt x="372" y="2287"/>
                </a:lnTo>
                <a:lnTo>
                  <a:pt x="366" y="2293"/>
                </a:lnTo>
                <a:lnTo>
                  <a:pt x="363" y="2298"/>
                </a:lnTo>
                <a:lnTo>
                  <a:pt x="363" y="2629"/>
                </a:lnTo>
                <a:lnTo>
                  <a:pt x="271" y="2629"/>
                </a:lnTo>
                <a:lnTo>
                  <a:pt x="270" y="2628"/>
                </a:lnTo>
                <a:lnTo>
                  <a:pt x="94" y="2628"/>
                </a:lnTo>
                <a:lnTo>
                  <a:pt x="69" y="2625"/>
                </a:lnTo>
                <a:lnTo>
                  <a:pt x="47" y="2615"/>
                </a:lnTo>
                <a:lnTo>
                  <a:pt x="28" y="2600"/>
                </a:lnTo>
                <a:lnTo>
                  <a:pt x="13" y="2581"/>
                </a:lnTo>
                <a:lnTo>
                  <a:pt x="3" y="2558"/>
                </a:lnTo>
                <a:lnTo>
                  <a:pt x="0" y="2533"/>
                </a:lnTo>
                <a:lnTo>
                  <a:pt x="0" y="914"/>
                </a:lnTo>
                <a:lnTo>
                  <a:pt x="3" y="882"/>
                </a:lnTo>
                <a:lnTo>
                  <a:pt x="14" y="854"/>
                </a:lnTo>
                <a:lnTo>
                  <a:pt x="30" y="828"/>
                </a:lnTo>
                <a:lnTo>
                  <a:pt x="52" y="808"/>
                </a:lnTo>
                <a:lnTo>
                  <a:pt x="77" y="791"/>
                </a:lnTo>
                <a:lnTo>
                  <a:pt x="106" y="780"/>
                </a:lnTo>
                <a:lnTo>
                  <a:pt x="137" y="777"/>
                </a:lnTo>
                <a:lnTo>
                  <a:pt x="139" y="777"/>
                </a:lnTo>
                <a:lnTo>
                  <a:pt x="142" y="745"/>
                </a:lnTo>
                <a:lnTo>
                  <a:pt x="154" y="716"/>
                </a:lnTo>
                <a:lnTo>
                  <a:pt x="172" y="691"/>
                </a:lnTo>
                <a:lnTo>
                  <a:pt x="193" y="671"/>
                </a:lnTo>
                <a:lnTo>
                  <a:pt x="220" y="655"/>
                </a:lnTo>
                <a:lnTo>
                  <a:pt x="251" y="646"/>
                </a:lnTo>
                <a:lnTo>
                  <a:pt x="251" y="622"/>
                </a:lnTo>
                <a:lnTo>
                  <a:pt x="254" y="591"/>
                </a:lnTo>
                <a:lnTo>
                  <a:pt x="265" y="562"/>
                </a:lnTo>
                <a:lnTo>
                  <a:pt x="282" y="535"/>
                </a:lnTo>
                <a:lnTo>
                  <a:pt x="302" y="515"/>
                </a:lnTo>
                <a:lnTo>
                  <a:pt x="329" y="498"/>
                </a:lnTo>
                <a:lnTo>
                  <a:pt x="357" y="487"/>
                </a:lnTo>
                <a:lnTo>
                  <a:pt x="388" y="484"/>
                </a:lnTo>
                <a:lnTo>
                  <a:pt x="430" y="484"/>
                </a:lnTo>
                <a:lnTo>
                  <a:pt x="458" y="57"/>
                </a:lnTo>
                <a:lnTo>
                  <a:pt x="460" y="34"/>
                </a:lnTo>
                <a:lnTo>
                  <a:pt x="466" y="17"/>
                </a:lnTo>
                <a:lnTo>
                  <a:pt x="474" y="4"/>
                </a:lnTo>
                <a:lnTo>
                  <a:pt x="483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3" name="그래픽 19">
            <a:extLst>
              <a:ext uri="{FF2B5EF4-FFF2-40B4-BE49-F238E27FC236}">
                <a16:creationId xmlns:a16="http://schemas.microsoft.com/office/drawing/2014/main" id="{F841E714-4143-00F0-9645-0494D99BCE93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4441" y="5696513"/>
            <a:ext cx="207763" cy="239722"/>
          </a:xfrm>
          <a:prstGeom prst="rect">
            <a:avLst/>
          </a:prstGeom>
        </p:spPr>
      </p:pic>
      <p:pic>
        <p:nvPicPr>
          <p:cNvPr id="14" name="그래픽 20">
            <a:extLst>
              <a:ext uri="{FF2B5EF4-FFF2-40B4-BE49-F238E27FC236}">
                <a16:creationId xmlns:a16="http://schemas.microsoft.com/office/drawing/2014/main" id="{E3EA9802-F796-CF01-7329-D3E7A58B531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4441" y="4532558"/>
            <a:ext cx="207763" cy="239722"/>
          </a:xfrm>
          <a:prstGeom prst="rect">
            <a:avLst/>
          </a:prstGeom>
        </p:spPr>
      </p:pic>
      <p:sp>
        <p:nvSpPr>
          <p:cNvPr id="159" name="타원 158">
            <a:extLst>
              <a:ext uri="{FF2B5EF4-FFF2-40B4-BE49-F238E27FC236}">
                <a16:creationId xmlns:a16="http://schemas.microsoft.com/office/drawing/2014/main" id="{75305FE7-98A5-F2CF-D733-D92C2765A04D}"/>
              </a:ext>
            </a:extLst>
          </p:cNvPr>
          <p:cNvSpPr/>
          <p:nvPr/>
        </p:nvSpPr>
        <p:spPr>
          <a:xfrm>
            <a:off x="7804519" y="5191879"/>
            <a:ext cx="401270" cy="40126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rgbClr val="32A3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 descr="폰트, 그래픽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A6C6B6E-8BC2-DCEE-3A7D-F3DBB89174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3836" b="-898"/>
          <a:stretch/>
        </p:blipFill>
        <p:spPr>
          <a:xfrm>
            <a:off x="7887686" y="5266683"/>
            <a:ext cx="234936" cy="251661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A696F29A-C0D5-1DC0-C175-186A40E2D0AC}"/>
              </a:ext>
            </a:extLst>
          </p:cNvPr>
          <p:cNvGrpSpPr/>
          <p:nvPr/>
        </p:nvGrpSpPr>
        <p:grpSpPr>
          <a:xfrm>
            <a:off x="4512232" y="5191879"/>
            <a:ext cx="401270" cy="401268"/>
            <a:chOff x="7804519" y="5191879"/>
            <a:chExt cx="401270" cy="401268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7EE2063-DC51-F562-4EEA-383A10858666}"/>
                </a:ext>
              </a:extLst>
            </p:cNvPr>
            <p:cNvSpPr/>
            <p:nvPr/>
          </p:nvSpPr>
          <p:spPr>
            <a:xfrm>
              <a:off x="7804519" y="5191879"/>
              <a:ext cx="401270" cy="40126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32A3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" name="그림 24" descr="폰트, 그래픽, 그래픽 디자인, 스크린샷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A62BC46-694A-4EB0-EAE1-E522C5563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73836" b="-898"/>
            <a:stretch/>
          </p:blipFill>
          <p:spPr>
            <a:xfrm>
              <a:off x="7887686" y="5266683"/>
              <a:ext cx="234936" cy="2516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442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AA36-FE31-F861-AAD4-34C2516F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1DBB07-0592-2D23-D617-C9810BA10450}"/>
              </a:ext>
            </a:extLst>
          </p:cNvPr>
          <p:cNvSpPr txBox="1"/>
          <p:nvPr/>
        </p:nvSpPr>
        <p:spPr>
          <a:xfrm>
            <a:off x="1272688" y="467405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만의 경쟁력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5EB8C-A385-538A-2096-109C424AADA2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54927-3DCA-1EEC-4583-B47C8476FC56}"/>
              </a:ext>
            </a:extLst>
          </p:cNvPr>
          <p:cNvSpPr txBox="1"/>
          <p:nvPr/>
        </p:nvSpPr>
        <p:spPr>
          <a:xfrm>
            <a:off x="741045" y="2181081"/>
            <a:ext cx="27815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ko-KR"/>
            </a:defPPr>
            <a:lvl1pPr>
              <a:defRPr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전국 </a:t>
            </a:r>
            <a:r>
              <a:rPr lang="en-US" altLang="ko-KR" dirty="0"/>
              <a:t>10</a:t>
            </a:r>
            <a:r>
              <a:rPr lang="ko-KR" altLang="en-US" dirty="0" err="1"/>
              <a:t>만여</a:t>
            </a:r>
            <a:r>
              <a:rPr lang="ko-KR" altLang="en-US" dirty="0"/>
              <a:t> 곳의</a:t>
            </a:r>
            <a:endParaRPr lang="en-US" altLang="ko-KR" dirty="0"/>
          </a:p>
          <a:p>
            <a:r>
              <a:rPr lang="ko-KR" altLang="en-US" dirty="0"/>
              <a:t>프랜차이즈 및 식당 납품실적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919B3-3414-B9A6-4553-DDA93695D8FB}"/>
              </a:ext>
            </a:extLst>
          </p:cNvPr>
          <p:cNvSpPr txBox="1"/>
          <p:nvPr/>
        </p:nvSpPr>
        <p:spPr>
          <a:xfrm>
            <a:off x="721995" y="1543333"/>
            <a:ext cx="13003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경쟁력 </a:t>
            </a:r>
            <a:r>
              <a:rPr lang="en-US" altLang="ko-KR" sz="36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2</a:t>
            </a:r>
            <a:endParaRPr lang="ko-KR" altLang="en-US" sz="2200" dirty="0">
              <a:solidFill>
                <a:srgbClr val="223280"/>
              </a:solidFill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B4207A92-A028-16C8-7EFF-5AB76ABF15F8}"/>
              </a:ext>
            </a:extLst>
          </p:cNvPr>
          <p:cNvSpPr/>
          <p:nvPr/>
        </p:nvSpPr>
        <p:spPr>
          <a:xfrm>
            <a:off x="904874" y="5282462"/>
            <a:ext cx="3962400" cy="543028"/>
          </a:xfrm>
          <a:custGeom>
            <a:avLst/>
            <a:gdLst>
              <a:gd name="connsiteX0" fmla="*/ 0 w 3962400"/>
              <a:gd name="connsiteY0" fmla="*/ 0 h 504825"/>
              <a:gd name="connsiteX1" fmla="*/ 0 w 3962400"/>
              <a:gd name="connsiteY1" fmla="*/ 504825 h 504825"/>
              <a:gd name="connsiteX2" fmla="*/ 3962400 w 3962400"/>
              <a:gd name="connsiteY2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504825">
                <a:moveTo>
                  <a:pt x="0" y="0"/>
                </a:moveTo>
                <a:lnTo>
                  <a:pt x="0" y="504825"/>
                </a:lnTo>
                <a:lnTo>
                  <a:pt x="3962400" y="504825"/>
                </a:lnTo>
              </a:path>
            </a:pathLst>
          </a:cu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ABD7CA-4C5C-479F-02B8-A6890D6C773B}"/>
              </a:ext>
            </a:extLst>
          </p:cNvPr>
          <p:cNvSpPr/>
          <p:nvPr/>
        </p:nvSpPr>
        <p:spPr>
          <a:xfrm>
            <a:off x="847724" y="3938454"/>
            <a:ext cx="238125" cy="45719"/>
          </a:xfrm>
          <a:prstGeom prst="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E435BB-EBCB-FA4B-40F1-172FD0D29D36}"/>
              </a:ext>
            </a:extLst>
          </p:cNvPr>
          <p:cNvSpPr txBox="1"/>
          <p:nvPr/>
        </p:nvSpPr>
        <p:spPr>
          <a:xfrm>
            <a:off x="762000" y="4037231"/>
            <a:ext cx="3421130" cy="11791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base">
              <a:lnSpc>
                <a:spcPct val="110000"/>
              </a:lnSpc>
              <a:defRPr sz="1200" spc="-5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저희는 </a:t>
            </a:r>
            <a:r>
              <a:rPr lang="ko-KR" altLang="en-US" b="1" dirty="0"/>
              <a:t>전국 </a:t>
            </a:r>
            <a:r>
              <a:rPr lang="en-US" altLang="ko-KR" b="1" dirty="0"/>
              <a:t>10</a:t>
            </a:r>
            <a:r>
              <a:rPr lang="ko-KR" altLang="en-US" b="1" dirty="0" err="1"/>
              <a:t>만여</a:t>
            </a:r>
            <a:r>
              <a:rPr lang="ko-KR" altLang="en-US" b="1" dirty="0"/>
              <a:t> 곳의 프랜차이즈 및 식당</a:t>
            </a:r>
            <a:r>
              <a:rPr lang="ko-KR" altLang="en-US" dirty="0"/>
              <a:t>에</a:t>
            </a:r>
            <a:endParaRPr lang="en-US" altLang="ko-KR" dirty="0"/>
          </a:p>
          <a:p>
            <a:r>
              <a:rPr lang="ko-KR" altLang="en-US" dirty="0"/>
              <a:t>납품실적을 보유한 업소용 주방 전문기업입니다</a:t>
            </a:r>
            <a:r>
              <a:rPr lang="en-US" altLang="ko-KR" dirty="0"/>
              <a:t>.</a:t>
            </a:r>
          </a:p>
          <a:p>
            <a:endParaRPr lang="en-US" altLang="ko-KR" sz="500" b="1" dirty="0"/>
          </a:p>
          <a:p>
            <a:r>
              <a:rPr lang="ko-KR" altLang="en-US" b="1" dirty="0"/>
              <a:t>수많은 현장 경험과 노하우</a:t>
            </a:r>
            <a:r>
              <a:rPr lang="ko-KR" altLang="en-US" dirty="0"/>
              <a:t>를 바탕으로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사장님께서 본업에 집중하실 수 있도록 </a:t>
            </a:r>
            <a:endParaRPr lang="en-US" altLang="ko-KR" dirty="0"/>
          </a:p>
          <a:p>
            <a:r>
              <a:rPr lang="ko-KR" altLang="en-US" dirty="0"/>
              <a:t>설치와 관리를 안정적으로 지원해 드리겠습니다</a:t>
            </a:r>
            <a:r>
              <a:rPr lang="en-US" altLang="ko-KR" dirty="0"/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BF111A-D89A-51A5-4D5C-00A5BCBF4A5A}"/>
              </a:ext>
            </a:extLst>
          </p:cNvPr>
          <p:cNvSpPr/>
          <p:nvPr/>
        </p:nvSpPr>
        <p:spPr>
          <a:xfrm>
            <a:off x="4964456" y="1466851"/>
            <a:ext cx="6675094" cy="4723316"/>
          </a:xfrm>
          <a:prstGeom prst="rect">
            <a:avLst/>
          </a:prstGeom>
          <a:solidFill>
            <a:schemeClr val="tx1">
              <a:alpha val="8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1B6A28E1-087D-861E-EB90-FC1311AB0C4F}"/>
              </a:ext>
            </a:extLst>
          </p:cNvPr>
          <p:cNvSpPr/>
          <p:nvPr/>
        </p:nvSpPr>
        <p:spPr>
          <a:xfrm>
            <a:off x="4867275" y="1377518"/>
            <a:ext cx="6686551" cy="4718492"/>
          </a:xfrm>
          <a:custGeom>
            <a:avLst/>
            <a:gdLst>
              <a:gd name="connsiteX0" fmla="*/ 0 w 6686551"/>
              <a:gd name="connsiteY0" fmla="*/ 0 h 4718492"/>
              <a:gd name="connsiteX1" fmla="*/ 6686551 w 6686551"/>
              <a:gd name="connsiteY1" fmla="*/ 0 h 4718492"/>
              <a:gd name="connsiteX2" fmla="*/ 6686551 w 6686551"/>
              <a:gd name="connsiteY2" fmla="*/ 4718492 h 4718492"/>
              <a:gd name="connsiteX3" fmla="*/ 0 w 6686551"/>
              <a:gd name="connsiteY3" fmla="*/ 4718492 h 471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86551" h="4718492">
                <a:moveTo>
                  <a:pt x="0" y="0"/>
                </a:moveTo>
                <a:lnTo>
                  <a:pt x="6686551" y="0"/>
                </a:lnTo>
                <a:lnTo>
                  <a:pt x="6686551" y="4718492"/>
                </a:lnTo>
                <a:lnTo>
                  <a:pt x="0" y="4718492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25" name="그림 124">
            <a:extLst>
              <a:ext uri="{FF2B5EF4-FFF2-40B4-BE49-F238E27FC236}">
                <a16:creationId xmlns:a16="http://schemas.microsoft.com/office/drawing/2014/main" id="{4F0B47B3-45F6-593C-B079-55EC07F5F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069" y="1658004"/>
            <a:ext cx="803150" cy="471789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091B4B27-60D2-D2DD-5A79-D2943FBC7D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1" t="38311" r="17393" b="36220"/>
          <a:stretch/>
        </p:blipFill>
        <p:spPr>
          <a:xfrm>
            <a:off x="8339143" y="1757307"/>
            <a:ext cx="1331036" cy="273182"/>
          </a:xfrm>
          <a:prstGeom prst="rect">
            <a:avLst/>
          </a:prstGeom>
        </p:spPr>
      </p:pic>
      <p:pic>
        <p:nvPicPr>
          <p:cNvPr id="129" name="그림 128">
            <a:extLst>
              <a:ext uri="{FF2B5EF4-FFF2-40B4-BE49-F238E27FC236}">
                <a16:creationId xmlns:a16="http://schemas.microsoft.com/office/drawing/2014/main" id="{73AAACED-010A-3D13-262E-12E1CCC9D6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19" y="1758287"/>
            <a:ext cx="1251126" cy="271223"/>
          </a:xfrm>
          <a:prstGeom prst="rect">
            <a:avLst/>
          </a:prstGeom>
        </p:spPr>
      </p:pic>
      <p:pic>
        <p:nvPicPr>
          <p:cNvPr id="131" name="그림 130">
            <a:extLst>
              <a:ext uri="{FF2B5EF4-FFF2-40B4-BE49-F238E27FC236}">
                <a16:creationId xmlns:a16="http://schemas.microsoft.com/office/drawing/2014/main" id="{1320F705-C913-D0E6-1E9B-A69046DAD5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288" y="1807809"/>
            <a:ext cx="1150302" cy="172179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6DB75D5D-92EF-7D72-8629-1A2E50B979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954" y="2439439"/>
            <a:ext cx="1231381" cy="383210"/>
          </a:xfrm>
          <a:prstGeom prst="rect">
            <a:avLst/>
          </a:prstGeom>
        </p:spPr>
      </p:pic>
      <p:pic>
        <p:nvPicPr>
          <p:cNvPr id="135" name="그림 134">
            <a:extLst>
              <a:ext uri="{FF2B5EF4-FFF2-40B4-BE49-F238E27FC236}">
                <a16:creationId xmlns:a16="http://schemas.microsoft.com/office/drawing/2014/main" id="{19E4E4D3-8395-8BD9-3DFA-F96560F0E0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240" y="2469428"/>
            <a:ext cx="1310399" cy="323232"/>
          </a:xfrm>
          <a:prstGeom prst="rect">
            <a:avLst/>
          </a:prstGeom>
        </p:spPr>
      </p:pic>
      <p:pic>
        <p:nvPicPr>
          <p:cNvPr id="137" name="그림 136">
            <a:extLst>
              <a:ext uri="{FF2B5EF4-FFF2-40B4-BE49-F238E27FC236}">
                <a16:creationId xmlns:a16="http://schemas.microsoft.com/office/drawing/2014/main" id="{7CC9DE71-0EC1-19C3-EF6F-8297EB17FF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223" y="2411716"/>
            <a:ext cx="692876" cy="438656"/>
          </a:xfrm>
          <a:prstGeom prst="rect">
            <a:avLst/>
          </a:prstGeom>
        </p:spPr>
      </p:pic>
      <p:pic>
        <p:nvPicPr>
          <p:cNvPr id="139" name="그림 138">
            <a:extLst>
              <a:ext uri="{FF2B5EF4-FFF2-40B4-BE49-F238E27FC236}">
                <a16:creationId xmlns:a16="http://schemas.microsoft.com/office/drawing/2014/main" id="{D86A6B93-4F4C-EF66-3BC0-79535D75F6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835" y="2461908"/>
            <a:ext cx="1106095" cy="338272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70882AF4-72D4-9933-B172-3C6178E3D1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372" y="3218496"/>
            <a:ext cx="588544" cy="299390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C243F3C8-830C-2C1C-FB5A-3C41456AE5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440" y="3246907"/>
            <a:ext cx="1221999" cy="242569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0BD87B29-E3D8-1425-2B1E-C0230B3077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991" y="3218109"/>
            <a:ext cx="1157340" cy="300164"/>
          </a:xfrm>
          <a:prstGeom prst="rect">
            <a:avLst/>
          </a:prstGeom>
        </p:spPr>
      </p:pic>
      <p:pic>
        <p:nvPicPr>
          <p:cNvPr id="147" name="그림 146">
            <a:extLst>
              <a:ext uri="{FF2B5EF4-FFF2-40B4-BE49-F238E27FC236}">
                <a16:creationId xmlns:a16="http://schemas.microsoft.com/office/drawing/2014/main" id="{341D57A5-B6F1-CF1E-9B13-F2A27029A56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223" y="3274869"/>
            <a:ext cx="1129319" cy="186645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5CADBB5E-9015-31F6-3C62-DCEE92EE5E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531" y="3901281"/>
            <a:ext cx="816226" cy="408113"/>
          </a:xfrm>
          <a:prstGeom prst="rect">
            <a:avLst/>
          </a:prstGeom>
        </p:spPr>
      </p:pic>
      <p:pic>
        <p:nvPicPr>
          <p:cNvPr id="151" name="그림 150">
            <a:extLst>
              <a:ext uri="{FF2B5EF4-FFF2-40B4-BE49-F238E27FC236}">
                <a16:creationId xmlns:a16="http://schemas.microsoft.com/office/drawing/2014/main" id="{BCEE8076-15C3-3DC2-C496-87BEFCEBD44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153" y="3860924"/>
            <a:ext cx="690045" cy="512057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D9A51648-6A47-A76C-EE86-D6D5CDC656A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626" y="3979133"/>
            <a:ext cx="1164071" cy="252409"/>
          </a:xfrm>
          <a:prstGeom prst="rect">
            <a:avLst/>
          </a:prstGeom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E045AEAD-4CC7-B676-2688-446AAE4CF35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956" y="3825329"/>
            <a:ext cx="521851" cy="583245"/>
          </a:xfrm>
          <a:prstGeom prst="rect">
            <a:avLst/>
          </a:prstGeom>
        </p:spPr>
      </p:pic>
      <p:pic>
        <p:nvPicPr>
          <p:cNvPr id="159" name="그림 158">
            <a:extLst>
              <a:ext uri="{FF2B5EF4-FFF2-40B4-BE49-F238E27FC236}">
                <a16:creationId xmlns:a16="http://schemas.microsoft.com/office/drawing/2014/main" id="{50E64B11-5F4F-63D2-7BBD-9170FFAFEFB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213" y="4702891"/>
            <a:ext cx="1395920" cy="279184"/>
          </a:xfrm>
          <a:prstGeom prst="rect">
            <a:avLst/>
          </a:prstGeom>
        </p:spPr>
      </p:pic>
      <p:pic>
        <p:nvPicPr>
          <p:cNvPr id="161" name="그림 160">
            <a:extLst>
              <a:ext uri="{FF2B5EF4-FFF2-40B4-BE49-F238E27FC236}">
                <a16:creationId xmlns:a16="http://schemas.microsoft.com/office/drawing/2014/main" id="{65196C77-14B5-D8CF-B692-E59DA8DEF97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775" y="4776642"/>
            <a:ext cx="1843550" cy="131682"/>
          </a:xfrm>
          <a:prstGeom prst="rect">
            <a:avLst/>
          </a:prstGeom>
        </p:spPr>
      </p:pic>
      <p:pic>
        <p:nvPicPr>
          <p:cNvPr id="163" name="그림 162">
            <a:extLst>
              <a:ext uri="{FF2B5EF4-FFF2-40B4-BE49-F238E27FC236}">
                <a16:creationId xmlns:a16="http://schemas.microsoft.com/office/drawing/2014/main" id="{2BC63BC5-2882-6732-B747-5887CA0FA49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594" y="4736655"/>
            <a:ext cx="1585259" cy="267145"/>
          </a:xfrm>
          <a:prstGeom prst="rect">
            <a:avLst/>
          </a:prstGeom>
        </p:spPr>
      </p:pic>
      <p:pic>
        <p:nvPicPr>
          <p:cNvPr id="165" name="그림 164">
            <a:extLst>
              <a:ext uri="{FF2B5EF4-FFF2-40B4-BE49-F238E27FC236}">
                <a16:creationId xmlns:a16="http://schemas.microsoft.com/office/drawing/2014/main" id="{758B62A5-E102-E83B-BECB-34E778D8125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916" y="5366735"/>
            <a:ext cx="775584" cy="357544"/>
          </a:xfrm>
          <a:prstGeom prst="rect">
            <a:avLst/>
          </a:prstGeom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08DF1C20-C44D-C80F-B39A-8A2E6FF2E5E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198" y="5466910"/>
            <a:ext cx="1093038" cy="225439"/>
          </a:xfrm>
          <a:prstGeom prst="rect">
            <a:avLst/>
          </a:prstGeom>
        </p:spPr>
      </p:pic>
      <p:pic>
        <p:nvPicPr>
          <p:cNvPr id="169" name="그림 168">
            <a:extLst>
              <a:ext uri="{FF2B5EF4-FFF2-40B4-BE49-F238E27FC236}">
                <a16:creationId xmlns:a16="http://schemas.microsoft.com/office/drawing/2014/main" id="{5050D606-190E-9398-2CE8-2FAFAA4EDD5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031" y="5308594"/>
            <a:ext cx="1278654" cy="4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64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AA36-FE31-F861-AAD4-34C2516F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1DBB07-0592-2D23-D617-C9810BA10450}"/>
              </a:ext>
            </a:extLst>
          </p:cNvPr>
          <p:cNvSpPr txBox="1"/>
          <p:nvPr/>
        </p:nvSpPr>
        <p:spPr>
          <a:xfrm>
            <a:off x="1272688" y="467405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만의 경쟁력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5EB8C-A385-538A-2096-109C424AADA2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54927-3DCA-1EEC-4583-B47C8476FC56}"/>
              </a:ext>
            </a:extLst>
          </p:cNvPr>
          <p:cNvSpPr txBox="1"/>
          <p:nvPr/>
        </p:nvSpPr>
        <p:spPr>
          <a:xfrm>
            <a:off x="741045" y="2181081"/>
            <a:ext cx="210666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업종별 최적의 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페이퍼로지 4 Regular" pitchFamily="2" charset="-127"/>
              <a:ea typeface="페이퍼로지 4 Regular" pitchFamily="2" charset="-127"/>
              <a:cs typeface="Pretendard" panose="02000503000000020004" pitchFamily="2" charset="-127"/>
            </a:endParaRPr>
          </a:p>
          <a:p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주방 동선 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3D 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컨설팅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919B3-3414-B9A6-4553-DDA93695D8FB}"/>
              </a:ext>
            </a:extLst>
          </p:cNvPr>
          <p:cNvSpPr txBox="1"/>
          <p:nvPr/>
        </p:nvSpPr>
        <p:spPr>
          <a:xfrm>
            <a:off x="721995" y="1543333"/>
            <a:ext cx="13003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경쟁력 </a:t>
            </a:r>
            <a:r>
              <a:rPr lang="en-US" altLang="ko-KR" sz="36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3</a:t>
            </a:r>
            <a:endParaRPr lang="ko-KR" altLang="en-US" sz="2200" dirty="0">
              <a:solidFill>
                <a:srgbClr val="223280"/>
              </a:solidFill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B4207A92-A028-16C8-7EFF-5AB76ABF15F8}"/>
              </a:ext>
            </a:extLst>
          </p:cNvPr>
          <p:cNvSpPr/>
          <p:nvPr/>
        </p:nvSpPr>
        <p:spPr>
          <a:xfrm>
            <a:off x="914400" y="5543550"/>
            <a:ext cx="4029076" cy="222786"/>
          </a:xfrm>
          <a:custGeom>
            <a:avLst/>
            <a:gdLst>
              <a:gd name="connsiteX0" fmla="*/ 0 w 3962400"/>
              <a:gd name="connsiteY0" fmla="*/ 0 h 504825"/>
              <a:gd name="connsiteX1" fmla="*/ 0 w 3962400"/>
              <a:gd name="connsiteY1" fmla="*/ 504825 h 504825"/>
              <a:gd name="connsiteX2" fmla="*/ 3962400 w 3962400"/>
              <a:gd name="connsiteY2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504825">
                <a:moveTo>
                  <a:pt x="0" y="0"/>
                </a:moveTo>
                <a:lnTo>
                  <a:pt x="0" y="504825"/>
                </a:lnTo>
                <a:lnTo>
                  <a:pt x="3962400" y="504825"/>
                </a:lnTo>
              </a:path>
            </a:pathLst>
          </a:cu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ABD7CA-4C5C-479F-02B8-A6890D6C773B}"/>
              </a:ext>
            </a:extLst>
          </p:cNvPr>
          <p:cNvSpPr/>
          <p:nvPr/>
        </p:nvSpPr>
        <p:spPr>
          <a:xfrm>
            <a:off x="847724" y="3786054"/>
            <a:ext cx="238125" cy="45719"/>
          </a:xfrm>
          <a:prstGeom prst="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E435BB-EBCB-FA4B-40F1-172FD0D29D36}"/>
              </a:ext>
            </a:extLst>
          </p:cNvPr>
          <p:cNvSpPr txBox="1"/>
          <p:nvPr/>
        </p:nvSpPr>
        <p:spPr>
          <a:xfrm>
            <a:off x="761999" y="3884831"/>
            <a:ext cx="4019550" cy="15854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base">
              <a:lnSpc>
                <a:spcPct val="110000"/>
              </a:lnSpc>
              <a:defRPr sz="1200" spc="-5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저희 </a:t>
            </a:r>
            <a:r>
              <a:rPr lang="ko-KR" altLang="en-US" b="1" dirty="0">
                <a:solidFill>
                  <a:srgbClr val="1C2A6B"/>
                </a:solidFill>
              </a:rPr>
              <a:t>강주방</a:t>
            </a:r>
            <a:r>
              <a:rPr lang="ko-KR" altLang="en-US" dirty="0"/>
              <a:t>은 </a:t>
            </a:r>
            <a:endParaRPr lang="en-US" altLang="ko-KR" dirty="0"/>
          </a:p>
          <a:p>
            <a:r>
              <a:rPr lang="ko-KR" altLang="en-US" dirty="0"/>
              <a:t>매일 현장에서 주방 구조와 동선을 면밀히 분석하며</a:t>
            </a:r>
            <a:r>
              <a:rPr lang="en-US" altLang="ko-KR" dirty="0"/>
              <a:t>, </a:t>
            </a:r>
          </a:p>
          <a:p>
            <a:r>
              <a:rPr lang="ko-KR" altLang="en-US" b="1" dirty="0"/>
              <a:t>더 나은 운영 효율을 위한 주방 동선을 지속적으로 연구</a:t>
            </a:r>
            <a:r>
              <a:rPr lang="ko-KR" altLang="en-US" dirty="0"/>
              <a:t>하고 있습니다</a:t>
            </a:r>
            <a:r>
              <a:rPr lang="en-US" altLang="ko-KR" dirty="0"/>
              <a:t>.</a:t>
            </a:r>
          </a:p>
          <a:p>
            <a:endParaRPr lang="en-US" altLang="ko-KR" sz="500" dirty="0"/>
          </a:p>
          <a:p>
            <a:r>
              <a:rPr lang="ko-KR" altLang="en-US" dirty="0"/>
              <a:t>업종의 특성과 매장 구조를 정확히 반영한 </a:t>
            </a:r>
            <a:endParaRPr lang="en-US" altLang="ko-KR" dirty="0"/>
          </a:p>
          <a:p>
            <a:r>
              <a:rPr lang="en-US" altLang="ko-KR" b="1" dirty="0"/>
              <a:t>3D </a:t>
            </a:r>
            <a:r>
              <a:rPr lang="ko-KR" altLang="en-US" b="1" dirty="0"/>
              <a:t>주방설계를 통해 공간 활용도를 극대화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ko-KR" altLang="en-US" b="1" dirty="0"/>
              <a:t>사장님과의 충분한 상담</a:t>
            </a:r>
            <a:r>
              <a:rPr lang="ko-KR" altLang="en-US" dirty="0"/>
              <a:t>을 바탕으로</a:t>
            </a:r>
          </a:p>
          <a:p>
            <a:r>
              <a:rPr lang="ko-KR" altLang="en-US" dirty="0"/>
              <a:t>설계부터 납품까지 전 과정을 책임감 있게 진행합니다</a:t>
            </a:r>
            <a:r>
              <a:rPr lang="en-US" altLang="ko-KR" dirty="0"/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FAF95DB-1952-D7E0-E5BA-F943A6BB1CC3}"/>
              </a:ext>
            </a:extLst>
          </p:cNvPr>
          <p:cNvGrpSpPr/>
          <p:nvPr/>
        </p:nvGrpSpPr>
        <p:grpSpPr>
          <a:xfrm>
            <a:off x="4933950" y="1424901"/>
            <a:ext cx="6705600" cy="4765266"/>
            <a:chOff x="4867274" y="1377518"/>
            <a:chExt cx="6772276" cy="481264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7F3480A-AD93-9CCA-F794-DDFB4642FCE5}"/>
                </a:ext>
              </a:extLst>
            </p:cNvPr>
            <p:cNvSpPr/>
            <p:nvPr/>
          </p:nvSpPr>
          <p:spPr>
            <a:xfrm>
              <a:off x="4964456" y="1466851"/>
              <a:ext cx="6675094" cy="4723316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0DEDB37-58AF-0C36-08AC-D98E3D3A4C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59" b="16944"/>
            <a:stretch/>
          </p:blipFill>
          <p:spPr>
            <a:xfrm>
              <a:off x="4867274" y="1377518"/>
              <a:ext cx="6686551" cy="47184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19750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AA36-FE31-F861-AAD4-34C2516F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16">
            <a:extLst>
              <a:ext uri="{FF2B5EF4-FFF2-40B4-BE49-F238E27FC236}">
                <a16:creationId xmlns:a16="http://schemas.microsoft.com/office/drawing/2014/main" id="{6D90B0A6-12E4-F23B-F254-9C7C289DFE0A}"/>
              </a:ext>
            </a:extLst>
          </p:cNvPr>
          <p:cNvSpPr/>
          <p:nvPr/>
        </p:nvSpPr>
        <p:spPr>
          <a:xfrm>
            <a:off x="4082924" y="1110079"/>
            <a:ext cx="2689860" cy="26898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5F4FE87-DF1A-E0BF-83EB-05C449FB645F}"/>
              </a:ext>
            </a:extLst>
          </p:cNvPr>
          <p:cNvGrpSpPr/>
          <p:nvPr/>
        </p:nvGrpSpPr>
        <p:grpSpPr>
          <a:xfrm>
            <a:off x="6935338" y="2105511"/>
            <a:ext cx="5256662" cy="3665270"/>
            <a:chOff x="6935338" y="2128371"/>
            <a:chExt cx="5256662" cy="3665270"/>
          </a:xfrm>
        </p:grpSpPr>
        <p:pic>
          <p:nvPicPr>
            <p:cNvPr id="12" name="Picture 17">
              <a:extLst>
                <a:ext uri="{FF2B5EF4-FFF2-40B4-BE49-F238E27FC236}">
                  <a16:creationId xmlns:a16="http://schemas.microsoft.com/office/drawing/2014/main" id="{C5333E82-FA75-195F-4254-58A90540E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35338" y="2128373"/>
              <a:ext cx="1717524" cy="3665268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3" name="Picture 19">
              <a:extLst>
                <a:ext uri="{FF2B5EF4-FFF2-40B4-BE49-F238E27FC236}">
                  <a16:creationId xmlns:a16="http://schemas.microsoft.com/office/drawing/2014/main" id="{E8194216-4D75-4196-C54A-6607D4929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707415" y="2128371"/>
              <a:ext cx="1717524" cy="3665270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4" name="Picture 21">
              <a:extLst>
                <a:ext uri="{FF2B5EF4-FFF2-40B4-BE49-F238E27FC236}">
                  <a16:creationId xmlns:a16="http://schemas.microsoft.com/office/drawing/2014/main" id="{A0B2AC28-E5C2-C67E-65D6-B355F5CB1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479491" y="2139071"/>
              <a:ext cx="1712509" cy="365457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01DBB07-0592-2D23-D617-C9810BA10450}"/>
              </a:ext>
            </a:extLst>
          </p:cNvPr>
          <p:cNvSpPr txBox="1"/>
          <p:nvPr/>
        </p:nvSpPr>
        <p:spPr>
          <a:xfrm>
            <a:off x="1272688" y="467405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만의 경쟁력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5EB8C-A385-538A-2096-109C424AADA2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54927-3DCA-1EEC-4583-B47C8476FC56}"/>
              </a:ext>
            </a:extLst>
          </p:cNvPr>
          <p:cNvSpPr txBox="1"/>
          <p:nvPr/>
        </p:nvSpPr>
        <p:spPr>
          <a:xfrm>
            <a:off x="741045" y="2181081"/>
            <a:ext cx="166103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사장님 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X </a:t>
            </a:r>
            <a:r>
              <a:rPr lang="ko-KR" altLang="en-US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강주방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페이퍼로지 4 Regular" pitchFamily="2" charset="-127"/>
              <a:ea typeface="페이퍼로지 4 Regular" pitchFamily="2" charset="-127"/>
              <a:cs typeface="Pretendard" panose="02000503000000020004" pitchFamily="2" charset="-127"/>
            </a:endParaRPr>
          </a:p>
          <a:p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오픈채팅방 운영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919B3-3414-B9A6-4553-DDA93695D8FB}"/>
              </a:ext>
            </a:extLst>
          </p:cNvPr>
          <p:cNvSpPr txBox="1"/>
          <p:nvPr/>
        </p:nvSpPr>
        <p:spPr>
          <a:xfrm>
            <a:off x="721995" y="1543333"/>
            <a:ext cx="13003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경쟁력 </a:t>
            </a:r>
            <a:r>
              <a:rPr lang="en-US" altLang="ko-KR" sz="36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4</a:t>
            </a:r>
            <a:endParaRPr lang="ko-KR" altLang="en-US" sz="2200" dirty="0">
              <a:solidFill>
                <a:srgbClr val="223280"/>
              </a:solidFill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B4207A92-A028-16C8-7EFF-5AB76ABF15F8}"/>
              </a:ext>
            </a:extLst>
          </p:cNvPr>
          <p:cNvSpPr/>
          <p:nvPr/>
        </p:nvSpPr>
        <p:spPr>
          <a:xfrm>
            <a:off x="904874" y="5282462"/>
            <a:ext cx="3962400" cy="543028"/>
          </a:xfrm>
          <a:custGeom>
            <a:avLst/>
            <a:gdLst>
              <a:gd name="connsiteX0" fmla="*/ 0 w 3962400"/>
              <a:gd name="connsiteY0" fmla="*/ 0 h 504825"/>
              <a:gd name="connsiteX1" fmla="*/ 0 w 3962400"/>
              <a:gd name="connsiteY1" fmla="*/ 504825 h 504825"/>
              <a:gd name="connsiteX2" fmla="*/ 3962400 w 3962400"/>
              <a:gd name="connsiteY2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504825">
                <a:moveTo>
                  <a:pt x="0" y="0"/>
                </a:moveTo>
                <a:lnTo>
                  <a:pt x="0" y="504825"/>
                </a:lnTo>
                <a:lnTo>
                  <a:pt x="3962400" y="504825"/>
                </a:lnTo>
              </a:path>
            </a:pathLst>
          </a:cu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ABD7CA-4C5C-479F-02B8-A6890D6C773B}"/>
              </a:ext>
            </a:extLst>
          </p:cNvPr>
          <p:cNvSpPr/>
          <p:nvPr/>
        </p:nvSpPr>
        <p:spPr>
          <a:xfrm>
            <a:off x="847724" y="4109904"/>
            <a:ext cx="238125" cy="45719"/>
          </a:xfrm>
          <a:prstGeom prst="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E435BB-EBCB-FA4B-40F1-172FD0D29D36}"/>
              </a:ext>
            </a:extLst>
          </p:cNvPr>
          <p:cNvSpPr txBox="1"/>
          <p:nvPr/>
        </p:nvSpPr>
        <p:spPr>
          <a:xfrm>
            <a:off x="761999" y="4208681"/>
            <a:ext cx="3544560" cy="9760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base">
              <a:lnSpc>
                <a:spcPct val="110000"/>
              </a:lnSpc>
              <a:defRPr sz="1200" spc="-5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강주방은 사장님과 오픈 채팅방을 운영하여</a:t>
            </a:r>
            <a:endParaRPr lang="en-US" altLang="ko-KR" dirty="0"/>
          </a:p>
          <a:p>
            <a:r>
              <a:rPr lang="ko-KR" altLang="en-US" b="1" dirty="0"/>
              <a:t>언제든지 실시간 상담이 가능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endParaRPr lang="en-US" altLang="ko-KR" sz="500" dirty="0"/>
          </a:p>
          <a:p>
            <a:r>
              <a:rPr lang="ko-KR" altLang="en-US" dirty="0"/>
              <a:t>이를 통해 </a:t>
            </a:r>
            <a:r>
              <a:rPr lang="ko-KR" altLang="en-US" b="1" dirty="0"/>
              <a:t>신속한 대응</a:t>
            </a:r>
            <a:r>
              <a:rPr lang="ko-KR" altLang="en-US" dirty="0"/>
              <a:t>은 물론</a:t>
            </a:r>
            <a:endParaRPr lang="en-US" altLang="ko-KR" dirty="0"/>
          </a:p>
          <a:p>
            <a:r>
              <a:rPr lang="ko-KR" altLang="en-US" b="1" dirty="0"/>
              <a:t>문제 발생 시에도 빠르게 해결</a:t>
            </a:r>
            <a:r>
              <a:rPr lang="ko-KR" altLang="en-US" dirty="0"/>
              <a:t>해드립니다</a:t>
            </a:r>
          </a:p>
        </p:txBody>
      </p:sp>
      <p:pic>
        <p:nvPicPr>
          <p:cNvPr id="11" name="그림 10" descr="정보기기, 휴대 전화, 전자 기기, 휴대용 통신 장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EC6B307-4A91-F08B-7FAE-1DE24A9CEB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009" y="1626979"/>
            <a:ext cx="3161041" cy="523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02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FE19-FB6D-2745-5D4F-361E7D04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6D96B40C-522C-26B8-9C67-24BF0C851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798" y="1849131"/>
            <a:ext cx="6706181" cy="40785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B7CFFD-7FE9-631F-4AD5-0A7A925BB49C}"/>
              </a:ext>
            </a:extLst>
          </p:cNvPr>
          <p:cNvSpPr txBox="1"/>
          <p:nvPr/>
        </p:nvSpPr>
        <p:spPr>
          <a:xfrm>
            <a:off x="1272688" y="467405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만의 경쟁력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BC994-B88C-1FE5-3D35-FC027D183B79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E824A-8C0F-900B-EADD-77239C51A589}"/>
              </a:ext>
            </a:extLst>
          </p:cNvPr>
          <p:cNvSpPr txBox="1"/>
          <p:nvPr/>
        </p:nvSpPr>
        <p:spPr>
          <a:xfrm>
            <a:off x="741045" y="2181081"/>
            <a:ext cx="30107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전국설치 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&amp; 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전국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AS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시스템구축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08949-A52C-08E8-3048-386AA5D96510}"/>
              </a:ext>
            </a:extLst>
          </p:cNvPr>
          <p:cNvSpPr txBox="1"/>
          <p:nvPr/>
        </p:nvSpPr>
        <p:spPr>
          <a:xfrm>
            <a:off x="721995" y="1543333"/>
            <a:ext cx="13003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경쟁력 </a:t>
            </a:r>
            <a:r>
              <a:rPr lang="en-US" altLang="ko-KR" sz="36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5</a:t>
            </a:r>
            <a:endParaRPr lang="ko-KR" altLang="en-US" sz="2200" dirty="0">
              <a:solidFill>
                <a:srgbClr val="223280"/>
              </a:solidFill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D3228A04-3883-C79A-9E7B-58CBE804554A}"/>
              </a:ext>
            </a:extLst>
          </p:cNvPr>
          <p:cNvSpPr/>
          <p:nvPr/>
        </p:nvSpPr>
        <p:spPr>
          <a:xfrm>
            <a:off x="904874" y="5162550"/>
            <a:ext cx="3962400" cy="662940"/>
          </a:xfrm>
          <a:custGeom>
            <a:avLst/>
            <a:gdLst>
              <a:gd name="connsiteX0" fmla="*/ 0 w 3962400"/>
              <a:gd name="connsiteY0" fmla="*/ 0 h 504825"/>
              <a:gd name="connsiteX1" fmla="*/ 0 w 3962400"/>
              <a:gd name="connsiteY1" fmla="*/ 504825 h 504825"/>
              <a:gd name="connsiteX2" fmla="*/ 3962400 w 3962400"/>
              <a:gd name="connsiteY2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504825">
                <a:moveTo>
                  <a:pt x="0" y="0"/>
                </a:moveTo>
                <a:lnTo>
                  <a:pt x="0" y="504825"/>
                </a:lnTo>
                <a:lnTo>
                  <a:pt x="3962400" y="504825"/>
                </a:lnTo>
              </a:path>
            </a:pathLst>
          </a:cu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5E6615-984A-67E8-61B6-20F17D09A571}"/>
              </a:ext>
            </a:extLst>
          </p:cNvPr>
          <p:cNvSpPr/>
          <p:nvPr/>
        </p:nvSpPr>
        <p:spPr>
          <a:xfrm>
            <a:off x="847724" y="4443279"/>
            <a:ext cx="238125" cy="45719"/>
          </a:xfrm>
          <a:prstGeom prst="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232A0D-4BFD-BD90-11AE-8360D2BA2139}"/>
              </a:ext>
            </a:extLst>
          </p:cNvPr>
          <p:cNvSpPr txBox="1"/>
          <p:nvPr/>
        </p:nvSpPr>
        <p:spPr>
          <a:xfrm>
            <a:off x="761998" y="4542056"/>
            <a:ext cx="3657601" cy="4851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base">
              <a:lnSpc>
                <a:spcPct val="110000"/>
              </a:lnSpc>
              <a:defRPr sz="1200" spc="-5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b="1" dirty="0"/>
              <a:t>업소용 주방업계 최초</a:t>
            </a:r>
            <a:r>
              <a:rPr lang="en-US" altLang="ko-KR" b="1" dirty="0"/>
              <a:t>, </a:t>
            </a:r>
            <a:r>
              <a:rPr lang="ko-KR" altLang="en-US" b="1" dirty="0"/>
              <a:t>전국 설치</a:t>
            </a:r>
            <a:r>
              <a:rPr lang="en-US" altLang="ko-KR" b="1" dirty="0"/>
              <a:t>·A/S </a:t>
            </a:r>
            <a:r>
              <a:rPr lang="ko-KR" altLang="en-US" b="1" dirty="0"/>
              <a:t>시스템 구축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문제 발생 시</a:t>
            </a:r>
            <a:r>
              <a:rPr lang="en-US" altLang="ko-KR" dirty="0"/>
              <a:t>, </a:t>
            </a:r>
            <a:r>
              <a:rPr lang="ko-KR" altLang="en-US" dirty="0"/>
              <a:t>가장 빠르고 정확하게 대응합니다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9256774-BE6C-3678-EF66-9CA8C9882C47}"/>
              </a:ext>
            </a:extLst>
          </p:cNvPr>
          <p:cNvGrpSpPr/>
          <p:nvPr/>
        </p:nvGrpSpPr>
        <p:grpSpPr>
          <a:xfrm rot="6566964" flipH="1">
            <a:off x="7693090" y="3608663"/>
            <a:ext cx="1711285" cy="1306068"/>
            <a:chOff x="2617410" y="3384786"/>
            <a:chExt cx="2017750" cy="1539965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5E107334-EACD-06CA-C805-D0D7BB62E0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081"/>
            <a:stretch/>
          </p:blipFill>
          <p:spPr>
            <a:xfrm rot="12397911" flipH="1">
              <a:off x="2773875" y="3688152"/>
              <a:ext cx="1153130" cy="592018"/>
            </a:xfrm>
            <a:prstGeom prst="rect">
              <a:avLst/>
            </a:prstGeom>
          </p:spPr>
        </p:pic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83048183-F1C8-9F77-CE59-945A13105E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081"/>
            <a:stretch/>
          </p:blipFill>
          <p:spPr>
            <a:xfrm rot="7041327">
              <a:off x="2300499" y="3858316"/>
              <a:ext cx="1383346" cy="749523"/>
            </a:xfrm>
            <a:prstGeom prst="rect">
              <a:avLst/>
            </a:prstGeom>
          </p:spPr>
        </p:pic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5CEA935F-2A44-A314-3BFA-50215BAE98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081"/>
            <a:stretch/>
          </p:blipFill>
          <p:spPr>
            <a:xfrm rot="5860883">
              <a:off x="2650503" y="3729558"/>
              <a:ext cx="1088816" cy="589939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0FA96B6E-0254-FCF4-9450-0BB46D7EBE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081"/>
            <a:stretch/>
          </p:blipFill>
          <p:spPr>
            <a:xfrm rot="10482311" flipH="1">
              <a:off x="2994448" y="3384786"/>
              <a:ext cx="1640712" cy="842345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37443EC-BFFD-6EFE-A10C-990DC5CDF06D}"/>
              </a:ext>
            </a:extLst>
          </p:cNvPr>
          <p:cNvGrpSpPr/>
          <p:nvPr/>
        </p:nvGrpSpPr>
        <p:grpSpPr>
          <a:xfrm rot="20958373">
            <a:off x="7344607" y="2832999"/>
            <a:ext cx="1305488" cy="1198046"/>
            <a:chOff x="7445221" y="2861640"/>
            <a:chExt cx="1380187" cy="1266597"/>
          </a:xfrm>
        </p:grpSpPr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7982E98D-3E8F-A7BE-E143-1CDE91EBB6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081"/>
            <a:stretch/>
          </p:blipFill>
          <p:spPr>
            <a:xfrm rot="12397911" flipH="1">
              <a:off x="7445221" y="3125198"/>
              <a:ext cx="1351022" cy="693616"/>
            </a:xfrm>
            <a:prstGeom prst="rect">
              <a:avLst/>
            </a:prstGeom>
          </p:spPr>
        </p:pic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08F8A220-10F2-3394-5081-5E05B96BD2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081"/>
            <a:stretch/>
          </p:blipFill>
          <p:spPr>
            <a:xfrm rot="7041327">
              <a:off x="7179690" y="3200043"/>
              <a:ext cx="1204024" cy="652363"/>
            </a:xfrm>
            <a:prstGeom prst="rect">
              <a:avLst/>
            </a:prstGeom>
          </p:spPr>
        </p:pic>
        <p:pic>
          <p:nvPicPr>
            <p:cNvPr id="19" name="그래픽 18">
              <a:extLst>
                <a:ext uri="{FF2B5EF4-FFF2-40B4-BE49-F238E27FC236}">
                  <a16:creationId xmlns:a16="http://schemas.microsoft.com/office/drawing/2014/main" id="{07224D7E-1586-1024-00F4-54F3FB3CEC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081"/>
            <a:stretch/>
          </p:blipFill>
          <p:spPr>
            <a:xfrm rot="5860883">
              <a:off x="7542543" y="3053863"/>
              <a:ext cx="684428" cy="370835"/>
            </a:xfrm>
            <a:prstGeom prst="rect">
              <a:avLst/>
            </a:prstGeom>
          </p:spPr>
        </p:pic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D7B31F58-6B1E-6686-6141-2BC42F83F5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081"/>
            <a:stretch/>
          </p:blipFill>
          <p:spPr>
            <a:xfrm rot="10482311" flipH="1">
              <a:off x="7740676" y="2861640"/>
              <a:ext cx="1084732" cy="5569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6934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FE19-FB6D-2745-5D4F-361E7D04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3">
            <a:extLst>
              <a:ext uri="{FF2B5EF4-FFF2-40B4-BE49-F238E27FC236}">
                <a16:creationId xmlns:a16="http://schemas.microsoft.com/office/drawing/2014/main" id="{8D0DEAB8-724F-A780-F1B1-91D25AB7A1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0"/>
                    </a14:imgEffect>
                  </a14:imgLayer>
                </a14:imgProps>
              </a:ext>
            </a:extLst>
          </a:blip>
          <a:srcRect r="16569"/>
          <a:stretch/>
        </p:blipFill>
        <p:spPr>
          <a:xfrm>
            <a:off x="4861744" y="1944978"/>
            <a:ext cx="5009113" cy="42783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55DABA1F-C7FA-D34B-2280-DB626F5A70F0}"/>
              </a:ext>
            </a:extLst>
          </p:cNvPr>
          <p:cNvSpPr/>
          <p:nvPr/>
        </p:nvSpPr>
        <p:spPr>
          <a:xfrm flipH="1">
            <a:off x="8205107" y="3340661"/>
            <a:ext cx="3986893" cy="3517339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B7CFFD-7FE9-631F-4AD5-0A7A925BB49C}"/>
              </a:ext>
            </a:extLst>
          </p:cNvPr>
          <p:cNvSpPr txBox="1"/>
          <p:nvPr/>
        </p:nvSpPr>
        <p:spPr>
          <a:xfrm>
            <a:off x="1272688" y="467405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만의 경쟁력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BC994-B88C-1FE5-3D35-FC027D183B79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EE824A-8C0F-900B-EADD-77239C51A589}"/>
              </a:ext>
            </a:extLst>
          </p:cNvPr>
          <p:cNvSpPr txBox="1"/>
          <p:nvPr/>
        </p:nvSpPr>
        <p:spPr>
          <a:xfrm>
            <a:off x="741045" y="2181081"/>
            <a:ext cx="41136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국내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1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등 사장커뮤니티 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아프니까 사장이다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 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페이퍼로지 4 Regular" pitchFamily="2" charset="-127"/>
              <a:ea typeface="페이퍼로지 4 Regular" pitchFamily="2" charset="-127"/>
              <a:cs typeface="Pretendard" panose="02000503000000020004" pitchFamily="2" charset="-127"/>
            </a:endParaRPr>
          </a:p>
          <a:p>
            <a:r>
              <a:rPr lang="ko-KR" altLang="en-US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입점업체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 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8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페이퍼로지 4 Regular" pitchFamily="2" charset="-127"/>
                <a:ea typeface="페이퍼로지 4 Regular" pitchFamily="2" charset="-127"/>
                <a:cs typeface="Pretendard" panose="02000503000000020004" pitchFamily="2" charset="-127"/>
              </a:rPr>
              <a:t>년째 입점 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08949-A52C-08E8-3048-386AA5D96510}"/>
              </a:ext>
            </a:extLst>
          </p:cNvPr>
          <p:cNvSpPr txBox="1"/>
          <p:nvPr/>
        </p:nvSpPr>
        <p:spPr>
          <a:xfrm>
            <a:off x="721995" y="1543333"/>
            <a:ext cx="130035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indent="0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22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경쟁력 </a:t>
            </a:r>
            <a:r>
              <a:rPr lang="en-US" altLang="ko-KR" sz="3600" dirty="0">
                <a:solidFill>
                  <a:srgbClr val="223280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6</a:t>
            </a:r>
            <a:endParaRPr lang="ko-KR" altLang="en-US" sz="2200" dirty="0">
              <a:solidFill>
                <a:srgbClr val="223280"/>
              </a:solidFill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E9EA2D50-D529-BD11-F808-A2BD39411237}"/>
              </a:ext>
            </a:extLst>
          </p:cNvPr>
          <p:cNvSpPr/>
          <p:nvPr/>
        </p:nvSpPr>
        <p:spPr>
          <a:xfrm>
            <a:off x="904874" y="5282462"/>
            <a:ext cx="3962400" cy="543028"/>
          </a:xfrm>
          <a:custGeom>
            <a:avLst/>
            <a:gdLst>
              <a:gd name="connsiteX0" fmla="*/ 0 w 3962400"/>
              <a:gd name="connsiteY0" fmla="*/ 0 h 504825"/>
              <a:gd name="connsiteX1" fmla="*/ 0 w 3962400"/>
              <a:gd name="connsiteY1" fmla="*/ 504825 h 504825"/>
              <a:gd name="connsiteX2" fmla="*/ 3962400 w 3962400"/>
              <a:gd name="connsiteY2" fmla="*/ 504825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504825">
                <a:moveTo>
                  <a:pt x="0" y="0"/>
                </a:moveTo>
                <a:lnTo>
                  <a:pt x="0" y="504825"/>
                </a:lnTo>
                <a:lnTo>
                  <a:pt x="3962400" y="504825"/>
                </a:lnTo>
              </a:path>
            </a:pathLst>
          </a:cu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644B05-376B-4CEF-DEBA-A911AFE1EFEA}"/>
              </a:ext>
            </a:extLst>
          </p:cNvPr>
          <p:cNvSpPr/>
          <p:nvPr/>
        </p:nvSpPr>
        <p:spPr>
          <a:xfrm>
            <a:off x="847724" y="4128954"/>
            <a:ext cx="238125" cy="45719"/>
          </a:xfrm>
          <a:prstGeom prst="rect">
            <a:avLst/>
          </a:prstGeom>
          <a:solidFill>
            <a:srgbClr val="32A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0D838A-42CC-9996-3D96-C9976B3C766A}"/>
              </a:ext>
            </a:extLst>
          </p:cNvPr>
          <p:cNvSpPr txBox="1"/>
          <p:nvPr/>
        </p:nvSpPr>
        <p:spPr>
          <a:xfrm>
            <a:off x="761999" y="4227731"/>
            <a:ext cx="3800476" cy="9760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base">
              <a:lnSpc>
                <a:spcPct val="110000"/>
              </a:lnSpc>
              <a:defRPr sz="1200" spc="-5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국내 </a:t>
            </a:r>
            <a:r>
              <a:rPr lang="en-US" altLang="ko-KR" dirty="0"/>
              <a:t>1</a:t>
            </a:r>
            <a:r>
              <a:rPr lang="ko-KR" altLang="en-US" dirty="0"/>
              <a:t>위 네이버 카페 ‘아프니까 </a:t>
            </a:r>
            <a:r>
              <a:rPr lang="ko-KR" altLang="en-US" dirty="0" err="1"/>
              <a:t>사장이다’에</a:t>
            </a:r>
            <a:endParaRPr lang="ko-KR" altLang="en-US" dirty="0"/>
          </a:p>
          <a:p>
            <a:r>
              <a:rPr lang="ko-KR" altLang="en-US" dirty="0"/>
              <a:t>최초 입점한 업소용 주방 전문기업입니다</a:t>
            </a:r>
            <a:r>
              <a:rPr lang="en-US" altLang="ko-KR" dirty="0"/>
              <a:t>.</a:t>
            </a:r>
          </a:p>
          <a:p>
            <a:endParaRPr lang="en-US" altLang="ko-KR" sz="500" dirty="0"/>
          </a:p>
          <a:p>
            <a:r>
              <a:rPr lang="en-US" altLang="ko-KR" b="1" dirty="0"/>
              <a:t>8</a:t>
            </a:r>
            <a:r>
              <a:rPr lang="ko-KR" altLang="en-US" b="1" dirty="0"/>
              <a:t>년간 단 한 건의 클레임 없이</a:t>
            </a:r>
            <a:r>
              <a:rPr lang="en-US" altLang="ko-KR" b="1" dirty="0"/>
              <a:t>,</a:t>
            </a:r>
          </a:p>
          <a:p>
            <a:r>
              <a:rPr lang="ko-KR" altLang="en-US" b="1" dirty="0"/>
              <a:t>지속적인 재구매와 추천이 저희의 품질을 증명합니다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pic>
        <p:nvPicPr>
          <p:cNvPr id="15" name="Picture 23">
            <a:extLst>
              <a:ext uri="{FF2B5EF4-FFF2-40B4-BE49-F238E27FC236}">
                <a16:creationId xmlns:a16="http://schemas.microsoft.com/office/drawing/2014/main" id="{94040316-6ED1-9FD8-876C-C946BAEA5D1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7"/>
                    </a14:imgEffect>
                  </a14:imgLayer>
                </a14:imgProps>
              </a:ext>
            </a:extLst>
          </a:blip>
          <a:srcRect l="16591" r="16570"/>
          <a:stretch/>
        </p:blipFill>
        <p:spPr>
          <a:xfrm>
            <a:off x="5857875" y="1944978"/>
            <a:ext cx="4012982" cy="427835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1D98D5-F758-9B8F-DEEB-02135ADA5510}"/>
              </a:ext>
            </a:extLst>
          </p:cNvPr>
          <p:cNvSpPr/>
          <p:nvPr/>
        </p:nvSpPr>
        <p:spPr>
          <a:xfrm>
            <a:off x="4622158" y="6169987"/>
            <a:ext cx="5544192" cy="8023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C0C7416-4A5F-D849-3692-6CC092625362}"/>
              </a:ext>
            </a:extLst>
          </p:cNvPr>
          <p:cNvGrpSpPr/>
          <p:nvPr/>
        </p:nvGrpSpPr>
        <p:grpSpPr>
          <a:xfrm>
            <a:off x="8875493" y="1751911"/>
            <a:ext cx="2960188" cy="4532539"/>
            <a:chOff x="9510343" y="2859077"/>
            <a:chExt cx="2306645" cy="3531856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8DA399C-44E2-625A-1A36-447BFC4A377B}"/>
                </a:ext>
              </a:extLst>
            </p:cNvPr>
            <p:cNvGrpSpPr/>
            <p:nvPr/>
          </p:nvGrpSpPr>
          <p:grpSpPr>
            <a:xfrm>
              <a:off x="10136884" y="2859077"/>
              <a:ext cx="1680104" cy="1680104"/>
              <a:chOff x="10014964" y="2691437"/>
              <a:chExt cx="1680104" cy="1680104"/>
            </a:xfrm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F3CFD3C6-353E-FC1D-DCAC-5FE31316EAC3}"/>
                  </a:ext>
                </a:extLst>
              </p:cNvPr>
              <p:cNvSpPr/>
              <p:nvPr/>
            </p:nvSpPr>
            <p:spPr>
              <a:xfrm>
                <a:off x="10014964" y="2691437"/>
                <a:ext cx="1680104" cy="1680104"/>
              </a:xfrm>
              <a:prstGeom prst="ellipse">
                <a:avLst/>
              </a:prstGeom>
              <a:gradFill>
                <a:gsLst>
                  <a:gs pos="50000">
                    <a:srgbClr val="1C2A6B"/>
                  </a:gs>
                  <a:gs pos="50000">
                    <a:srgbClr val="223280"/>
                  </a:gs>
                </a:gsLst>
                <a:lin ang="13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spc="-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CE9E68-EAC0-F937-506E-ABE92949DE4F}"/>
                  </a:ext>
                </a:extLst>
              </p:cNvPr>
              <p:cNvSpPr txBox="1"/>
              <p:nvPr/>
            </p:nvSpPr>
            <p:spPr>
              <a:xfrm>
                <a:off x="10196823" y="3201002"/>
                <a:ext cx="1316386" cy="5847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 fontAlgn="base" latinLnBrk="1"/>
                <a:r>
                  <a:rPr lang="en-US" altLang="ko-KR" sz="16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  <a:cs typeface="Pretendard" panose="02000503000000020004" pitchFamily="2" charset="-127"/>
                  </a:rPr>
                  <a:t>7</a:t>
                </a:r>
                <a:r>
                  <a:rPr lang="ko-KR" altLang="en-US" sz="16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  <a:cs typeface="Pretendard" panose="02000503000000020004" pitchFamily="2" charset="-127"/>
                  </a:rPr>
                  <a:t>년째 </a:t>
                </a:r>
                <a:endParaRPr lang="en-US" altLang="ko-KR" sz="1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Pretendard" panose="02000503000000020004" pitchFamily="2" charset="-127"/>
                </a:endParaRPr>
              </a:p>
              <a:p>
                <a:pPr algn="ctr" fontAlgn="base" latinLnBrk="1"/>
                <a:r>
                  <a:rPr lang="ko-KR" altLang="en-US" sz="1600" dirty="0"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  <a:cs typeface="Pretendard" panose="02000503000000020004" pitchFamily="2" charset="-127"/>
                  </a:rPr>
                  <a:t>신뢰받은 기업</a:t>
                </a:r>
                <a:endParaRPr lang="en-US" altLang="ko-KR" sz="16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Pretendard" panose="02000503000000020004" pitchFamily="2" charset="-127"/>
                </a:endParaRPr>
              </a:p>
            </p:txBody>
          </p:sp>
        </p:grpSp>
        <p:pic>
          <p:nvPicPr>
            <p:cNvPr id="22" name="그림 21" descr="트로피, 황동, 금, 청동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79D88E4-6B1D-C504-FEB9-BE1D60528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0343" y="4059616"/>
              <a:ext cx="1761595" cy="23313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8217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FE19-FB6D-2745-5D4F-361E7D04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13A360F3-F9A0-AC3F-5163-A88C2C1B394D}"/>
              </a:ext>
            </a:extLst>
          </p:cNvPr>
          <p:cNvSpPr/>
          <p:nvPr/>
        </p:nvSpPr>
        <p:spPr>
          <a:xfrm>
            <a:off x="584200" y="1555751"/>
            <a:ext cx="11207750" cy="4723316"/>
          </a:xfrm>
          <a:prstGeom prst="rect">
            <a:avLst/>
          </a:prstGeom>
          <a:solidFill>
            <a:schemeClr val="tx1">
              <a:alpha val="8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B7CFFD-7FE9-631F-4AD5-0A7A925BB49C}"/>
              </a:ext>
            </a:extLst>
          </p:cNvPr>
          <p:cNvSpPr txBox="1"/>
          <p:nvPr/>
        </p:nvSpPr>
        <p:spPr>
          <a:xfrm>
            <a:off x="1272688" y="467405"/>
            <a:ext cx="24737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 err="1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 납품실적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BC994-B88C-1FE5-3D35-FC027D183B79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4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0D4D4DC-3652-F83A-48D9-2D9B34EFEF69}"/>
              </a:ext>
            </a:extLst>
          </p:cNvPr>
          <p:cNvGrpSpPr/>
          <p:nvPr/>
        </p:nvGrpSpPr>
        <p:grpSpPr>
          <a:xfrm>
            <a:off x="478016" y="1422400"/>
            <a:ext cx="11235969" cy="4749800"/>
            <a:chOff x="501650" y="1422400"/>
            <a:chExt cx="11235969" cy="4749800"/>
          </a:xfrm>
        </p:grpSpPr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7D57F66B-4A24-6242-671D-7558B4258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650" y="1422400"/>
              <a:ext cx="3562350" cy="47498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1D99E58-3D4B-CE7A-6B4E-AD886FB32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7277" y="1422400"/>
              <a:ext cx="3884715" cy="2184400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B195F9C8-07E2-0EEA-F335-0513A41766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" t="-515" r="8754" b="515"/>
            <a:stretch/>
          </p:blipFill>
          <p:spPr>
            <a:xfrm>
              <a:off x="4177279" y="3708399"/>
              <a:ext cx="3884714" cy="2463801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21226C4E-50C2-B77E-B260-DE8186240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75269" y="1425913"/>
              <a:ext cx="3562350" cy="47427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3889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FE19-FB6D-2745-5D4F-361E7D04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43E98E-CDFB-E970-C682-DB82DCB29BA7}"/>
              </a:ext>
            </a:extLst>
          </p:cNvPr>
          <p:cNvSpPr/>
          <p:nvPr/>
        </p:nvSpPr>
        <p:spPr>
          <a:xfrm>
            <a:off x="571500" y="1555751"/>
            <a:ext cx="11220450" cy="4723316"/>
          </a:xfrm>
          <a:prstGeom prst="rect">
            <a:avLst/>
          </a:prstGeom>
          <a:solidFill>
            <a:schemeClr val="tx1">
              <a:alpha val="8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B7CFFD-7FE9-631F-4AD5-0A7A925BB49C}"/>
              </a:ext>
            </a:extLst>
          </p:cNvPr>
          <p:cNvSpPr txBox="1"/>
          <p:nvPr/>
        </p:nvSpPr>
        <p:spPr>
          <a:xfrm>
            <a:off x="1272688" y="467405"/>
            <a:ext cx="24737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 err="1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 납품실적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BC994-B88C-1FE5-3D35-FC027D183B79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4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DACC7DF-F161-4AC7-D3C9-39863E8D2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15" y="1419225"/>
            <a:ext cx="3272503" cy="245437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3C79EC-1555-D1EF-06B5-3D8B46489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408" y="1419225"/>
            <a:ext cx="3272503" cy="245437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EE969A4-F166-0632-92F9-0D53C0E56B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4"/>
          <a:stretch/>
        </p:blipFill>
        <p:spPr>
          <a:xfrm>
            <a:off x="7162800" y="1419225"/>
            <a:ext cx="4551185" cy="475297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DD1B81A-3956-54F6-6DE4-4FB5779FB0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9854" r="10690" b="30205"/>
          <a:stretch/>
        </p:blipFill>
        <p:spPr>
          <a:xfrm>
            <a:off x="478015" y="3951287"/>
            <a:ext cx="6614896" cy="222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71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FE19-FB6D-2745-5D4F-361E7D04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13A360F3-F9A0-AC3F-5163-A88C2C1B394D}"/>
              </a:ext>
            </a:extLst>
          </p:cNvPr>
          <p:cNvSpPr/>
          <p:nvPr/>
        </p:nvSpPr>
        <p:spPr>
          <a:xfrm>
            <a:off x="584200" y="1555751"/>
            <a:ext cx="11207750" cy="4723316"/>
          </a:xfrm>
          <a:prstGeom prst="rect">
            <a:avLst/>
          </a:prstGeom>
          <a:solidFill>
            <a:schemeClr val="tx1">
              <a:alpha val="8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B7CFFD-7FE9-631F-4AD5-0A7A925BB49C}"/>
              </a:ext>
            </a:extLst>
          </p:cNvPr>
          <p:cNvSpPr txBox="1"/>
          <p:nvPr/>
        </p:nvSpPr>
        <p:spPr>
          <a:xfrm>
            <a:off x="1272688" y="467405"/>
            <a:ext cx="24737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 err="1">
                <a:solidFill>
                  <a:srgbClr val="1C2A6B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강주방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 납품실적</a:t>
            </a:r>
            <a:endParaRPr lang="en-US" altLang="ko-KR" sz="2800" dirty="0">
              <a:latin typeface="페이퍼로지 7 Bold" pitchFamily="2" charset="-127"/>
              <a:ea typeface="페이퍼로지 7 Bold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BC994-B88C-1FE5-3D35-FC027D183B79}"/>
              </a:ext>
            </a:extLst>
          </p:cNvPr>
          <p:cNvSpPr txBox="1"/>
          <p:nvPr/>
        </p:nvSpPr>
        <p:spPr>
          <a:xfrm>
            <a:off x="402248" y="317936"/>
            <a:ext cx="9380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altLang="ko-KR" sz="4400" dirty="0">
                <a:solidFill>
                  <a:schemeClr val="bg1">
                    <a:lumMod val="65000"/>
                    <a:alpha val="42000"/>
                  </a:schemeClr>
                </a:solidFill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0</a:t>
            </a:r>
            <a:r>
              <a:rPr lang="en-US" altLang="ko-KR" sz="4400" dirty="0">
                <a:latin typeface="페이퍼로지 6 SemiBold" pitchFamily="2" charset="-127"/>
                <a:ea typeface="페이퍼로지 6 SemiBold" pitchFamily="2" charset="-127"/>
                <a:cs typeface="Pretendard" panose="02000503000000020004" pitchFamily="2" charset="-127"/>
              </a:rPr>
              <a:t>4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498FF6A-D3CF-E308-0152-007C9722D7E9}"/>
              </a:ext>
            </a:extLst>
          </p:cNvPr>
          <p:cNvGrpSpPr/>
          <p:nvPr/>
        </p:nvGrpSpPr>
        <p:grpSpPr>
          <a:xfrm>
            <a:off x="5912373" y="1419225"/>
            <a:ext cx="2239143" cy="4746286"/>
            <a:chOff x="6885171" y="1422400"/>
            <a:chExt cx="2228307" cy="472331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CA02F26-08BB-C7BF-0C65-267ACEDD12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298"/>
            <a:stretch/>
          </p:blipFill>
          <p:spPr>
            <a:xfrm>
              <a:off x="6885171" y="1422400"/>
              <a:ext cx="2228307" cy="239712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19101BC-9E53-AA4B-66D2-DCEB940E0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5171" y="3917409"/>
              <a:ext cx="2228307" cy="2228307"/>
            </a:xfrm>
            <a:prstGeom prst="rect">
              <a:avLst/>
            </a:prstGeom>
          </p:spPr>
        </p:pic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FC23CF69-CFD6-8BB6-B12F-0339E6AADC2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96"/>
          <a:stretch/>
        </p:blipFill>
        <p:spPr>
          <a:xfrm>
            <a:off x="8258175" y="1419225"/>
            <a:ext cx="3455810" cy="47462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7F370A-AAC1-465E-8615-87EDE0B3A02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32"/>
          <a:stretch/>
        </p:blipFill>
        <p:spPr>
          <a:xfrm>
            <a:off x="478017" y="1419225"/>
            <a:ext cx="5327698" cy="474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38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A1C8857-CCF3-4DA5-9EF8-10971D2A87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2"/>
          <a:stretch/>
        </p:blipFill>
        <p:spPr>
          <a:xfrm>
            <a:off x="504" y="0"/>
            <a:ext cx="12190992" cy="6857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538C8D-BE23-8C5A-68B9-E067DE8B1EFB}"/>
              </a:ext>
            </a:extLst>
          </p:cNvPr>
          <p:cNvSpPr txBox="1"/>
          <p:nvPr/>
        </p:nvSpPr>
        <p:spPr>
          <a:xfrm>
            <a:off x="4022355" y="2909762"/>
            <a:ext cx="4147290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algn="ctr" fontAlgn="base">
              <a:spcBef>
                <a:spcPts val="0"/>
              </a:spcBef>
              <a:spcAft>
                <a:spcPts val="0"/>
              </a:spcAft>
            </a:pPr>
            <a:r>
              <a:rPr lang="ko-KR" altLang="en-US" sz="6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감사합니다</a:t>
            </a:r>
            <a:r>
              <a:rPr lang="en-US" altLang="ko-KR" sz="66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6E78939-E918-FFDD-A975-45C2BC9F381D}"/>
              </a:ext>
            </a:extLst>
          </p:cNvPr>
          <p:cNvGrpSpPr/>
          <p:nvPr/>
        </p:nvGrpSpPr>
        <p:grpSpPr>
          <a:xfrm>
            <a:off x="3295733" y="6165468"/>
            <a:ext cx="5858614" cy="276999"/>
            <a:chOff x="3891046" y="6232143"/>
            <a:chExt cx="5858614" cy="27699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C2950F-2DC9-6B9C-4DA1-2111E4B7C07F}"/>
                </a:ext>
              </a:extLst>
            </p:cNvPr>
            <p:cNvSpPr txBox="1"/>
            <p:nvPr/>
          </p:nvSpPr>
          <p:spPr>
            <a:xfrm>
              <a:off x="3891046" y="6232143"/>
              <a:ext cx="1074333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indent="0" algn="ctr" fontAlgn="base">
                <a:spcBef>
                  <a:spcPts val="0"/>
                </a:spcBef>
                <a:spcAft>
                  <a:spcPts val="300"/>
                </a:spcAft>
              </a:pPr>
              <a:r>
                <a:rPr lang="en-US" altLang="ko-KR" sz="12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contact </a:t>
              </a:r>
              <a:r>
                <a:rPr lang="ko-KR" altLang="en-US" sz="1200" spc="-5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강주방</a:t>
              </a:r>
              <a:endParaRPr lang="ko-KR" altLang="en-US" sz="120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45BB8A-0F64-6A90-9ED0-0A6B84138A91}"/>
                </a:ext>
              </a:extLst>
            </p:cNvPr>
            <p:cNvSpPr txBox="1"/>
            <p:nvPr/>
          </p:nvSpPr>
          <p:spPr>
            <a:xfrm>
              <a:off x="6060370" y="6232143"/>
              <a:ext cx="1204176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fontAlgn="base">
                <a:spcAft>
                  <a:spcPts val="300"/>
                </a:spcAft>
              </a:pPr>
              <a:r>
                <a:rPr lang="en-US" altLang="ko-KR" sz="12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010-3332-9155</a:t>
              </a:r>
              <a:endParaRPr lang="ko-KR" altLang="en-US" sz="120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31EEE3-817B-47DB-6E6A-38F5A5E406FC}"/>
                </a:ext>
              </a:extLst>
            </p:cNvPr>
            <p:cNvSpPr txBox="1"/>
            <p:nvPr/>
          </p:nvSpPr>
          <p:spPr>
            <a:xfrm>
              <a:off x="8101452" y="6232143"/>
              <a:ext cx="1648208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fontAlgn="base">
                <a:spcAft>
                  <a:spcPts val="300"/>
                </a:spcAft>
              </a:pPr>
              <a:r>
                <a:rPr lang="en-US" altLang="ko-KR" sz="1200" spc="-5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kskorea55@naver.com</a:t>
              </a:r>
              <a:endParaRPr lang="ko-KR" altLang="en-US" sz="1200" spc="-5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D300804-9DDE-9865-61A3-20978B3F569B}"/>
                </a:ext>
              </a:extLst>
            </p:cNvPr>
            <p:cNvCxnSpPr/>
            <p:nvPr/>
          </p:nvCxnSpPr>
          <p:spPr>
            <a:xfrm>
              <a:off x="5631096" y="6294664"/>
              <a:ext cx="0" cy="138793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13AD4DF-A994-9293-CB6A-BD062F97070E}"/>
                </a:ext>
              </a:extLst>
            </p:cNvPr>
            <p:cNvCxnSpPr/>
            <p:nvPr/>
          </p:nvCxnSpPr>
          <p:spPr>
            <a:xfrm>
              <a:off x="7693820" y="6294664"/>
              <a:ext cx="0" cy="138793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9203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583</Words>
  <Application>Microsoft Office PowerPoint</Application>
  <PresentationFormat>와이드스크린</PresentationFormat>
  <Paragraphs>166</Paragraphs>
  <Slides>15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Pretendard</vt:lpstr>
      <vt:lpstr>Arial</vt:lpstr>
      <vt:lpstr>맑은 고딕</vt:lpstr>
      <vt:lpstr>나눔고딕</vt:lpstr>
      <vt:lpstr>페이퍼로지 7 Bold</vt:lpstr>
      <vt:lpstr>페이퍼로지 4 Regular</vt:lpstr>
      <vt:lpstr>페이퍼로지 6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-</dc:creator>
  <cp:lastModifiedBy>재성 김</cp:lastModifiedBy>
  <cp:revision>70</cp:revision>
  <dcterms:created xsi:type="dcterms:W3CDTF">2025-04-15T12:54:23Z</dcterms:created>
  <dcterms:modified xsi:type="dcterms:W3CDTF">2026-07-13T10:13:59Z</dcterms:modified>
</cp:coreProperties>
</file>